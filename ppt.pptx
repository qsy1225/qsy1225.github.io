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handoutMasterIdLst>
    <p:handoutMasterId r:id="rId24"/>
  </p:handoutMasterIdLst>
  <p:sldIdLst>
    <p:sldId id="343" r:id="rId2"/>
    <p:sldId id="256" r:id="rId3"/>
    <p:sldId id="317" r:id="rId4"/>
    <p:sldId id="290" r:id="rId5"/>
    <p:sldId id="291" r:id="rId6"/>
    <p:sldId id="260" r:id="rId7"/>
    <p:sldId id="259" r:id="rId8"/>
    <p:sldId id="261" r:id="rId9"/>
    <p:sldId id="264" r:id="rId10"/>
    <p:sldId id="267" r:id="rId11"/>
    <p:sldId id="266" r:id="rId12"/>
    <p:sldId id="263" r:id="rId13"/>
    <p:sldId id="274" r:id="rId14"/>
    <p:sldId id="268" r:id="rId15"/>
    <p:sldId id="342" r:id="rId16"/>
    <p:sldId id="346" r:id="rId17"/>
    <p:sldId id="347" r:id="rId18"/>
    <p:sldId id="348" r:id="rId19"/>
    <p:sldId id="344" r:id="rId20"/>
    <p:sldId id="349" r:id="rId21"/>
    <p:sldId id="350" r:id="rId22"/>
  </p:sldIdLst>
  <p:sldSz cx="12192000" cy="6858000"/>
  <p:notesSz cx="6858000" cy="9144000"/>
  <p:embeddedFontLst>
    <p:embeddedFont>
      <p:font typeface="OPPOSans H" panose="02010600030101010101" charset="-122"/>
      <p:regular r:id="rId25"/>
    </p:embeddedFont>
    <p:embeddedFont>
      <p:font typeface="OPPOSans R" panose="02010600030101010101" charset="-122"/>
      <p:regular r:id="rId26"/>
    </p:embeddedFont>
    <p:embeddedFont>
      <p:font typeface="BIZ UDGothic" panose="020B0400000000000000" pitchFamily="33" charset="-128"/>
      <p:regular r:id="rId27"/>
      <p:bold r:id="rId28"/>
    </p:embeddedFont>
    <p:embeddedFont>
      <p:font typeface="Cambria" panose="02040503050406030204" pitchFamily="18" charset="0"/>
      <p:regular r:id="rId29"/>
      <p:bold r:id="rId30"/>
      <p:italic r:id="rId31"/>
      <p:boldItalic r:id="rId32"/>
    </p:embeddedFont>
    <p:embeddedFont>
      <p:font typeface="Goudy Stout" panose="0202090407030B020401" pitchFamily="18" charset="0"/>
      <p:regular r:id="rId33"/>
    </p:embeddedFont>
    <p:embeddedFont>
      <p:font typeface="方正舒体" panose="02010601030101010101" pitchFamily="2" charset="-122"/>
      <p:regular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p15:clr>
            <a:srgbClr val="A4A3A4"/>
          </p15:clr>
        </p15:guide>
        <p15:guide id="2" pos="7287" userDrawn="1">
          <p15:clr>
            <a:srgbClr val="A4A3A4"/>
          </p15:clr>
        </p15:guide>
        <p15:guide id="3" orient="horz" pos="368" userDrawn="1">
          <p15:clr>
            <a:srgbClr val="A4A3A4"/>
          </p15:clr>
        </p15:guide>
        <p15:guide id="4" orient="horz" pos="386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8BFF"/>
    <a:srgbClr val="FCB067"/>
    <a:srgbClr val="FF6F5D"/>
    <a:srgbClr val="666666"/>
    <a:srgbClr val="38C7FB"/>
    <a:srgbClr val="516B97"/>
    <a:srgbClr val="2190FD"/>
    <a:srgbClr val="3D72C1"/>
    <a:srgbClr val="D62627"/>
    <a:srgbClr val="F9BC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68" autoAdjust="0"/>
    <p:restoredTop sz="96115" autoAdjust="0"/>
  </p:normalViewPr>
  <p:slideViewPr>
    <p:cSldViewPr snapToGrid="0" showGuides="1">
      <p:cViewPr varScale="1">
        <p:scale>
          <a:sx n="102" d="100"/>
          <a:sy n="102" d="100"/>
        </p:scale>
        <p:origin x="80" y="204"/>
      </p:cViewPr>
      <p:guideLst>
        <p:guide pos="438"/>
        <p:guide pos="7287"/>
        <p:guide orient="horz" pos="368"/>
        <p:guide orient="horz" pos="3861"/>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14" d="100"/>
          <a:sy n="114" d="100"/>
        </p:scale>
        <p:origin x="4016"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8D4BB7-ADC9-E64E-AAAA-DB1E10F7C241}" type="datetimeFigureOut">
              <a:rPr kumimoji="1" lang="zh-CN" altLang="en-US" smtClean="0">
                <a:latin typeface="OPPOSans R" panose="00020600040101010101" pitchFamily="18" charset="-122"/>
                <a:ea typeface="OPPOSans R" panose="00020600040101010101" pitchFamily="18" charset="-122"/>
              </a:rPr>
              <a:t>2025/6/14</a:t>
            </a:fld>
            <a:endParaRPr kumimoji="1"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BD9CB6-B921-3743-B681-02986F8A8226}" type="slidenum">
              <a:rPr kumimoji="1" lang="zh-CN" altLang="en-US" smtClean="0">
                <a:latin typeface="OPPOSans R" panose="00020600040101010101" pitchFamily="18" charset="-122"/>
                <a:ea typeface="OPPOSans R" panose="00020600040101010101" pitchFamily="18" charset="-122"/>
              </a:rPr>
              <a:t>‹#›</a:t>
            </a:fld>
            <a:endParaRPr kumimoji="1" lang="zh-CN" altLang="en-US" dirty="0">
              <a:latin typeface="OPPOSans R" panose="00020600040101010101" pitchFamily="18" charset="-122"/>
              <a:ea typeface="OPPOSans R" panose="00020600040101010101"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7BB30C6B-F34A-4F02-BACE-D18C28E3B70A}" type="datetimeFigureOut">
              <a:rPr lang="zh-CN" altLang="en-US" smtClean="0"/>
              <a:pPr/>
              <a:t>2025/6/14</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175DD2B1-1A58-4FDB-AD54-64407EF7A1E7}"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a:lvl2pPr marL="4572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2pPr>
    <a:lvl3pPr marL="9144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3pPr>
    <a:lvl4pPr marL="13716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4pPr>
    <a:lvl5pPr marL="182880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Master" Target="../slideMasters/slideMaster1.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1AE031B-DA59-C927-0A57-071F18F20B10}"/>
              </a:ext>
            </a:extLst>
          </p:cNvPr>
          <p:cNvGrpSpPr/>
          <p:nvPr userDrawn="1"/>
        </p:nvGrpSpPr>
        <p:grpSpPr>
          <a:xfrm>
            <a:off x="697077" y="389907"/>
            <a:ext cx="321616" cy="318736"/>
            <a:chOff x="608920" y="469441"/>
            <a:chExt cx="321616" cy="318736"/>
          </a:xfrm>
        </p:grpSpPr>
        <p:sp>
          <p:nvSpPr>
            <p:cNvPr id="3" name="椭圆 2">
              <a:extLst>
                <a:ext uri="{FF2B5EF4-FFF2-40B4-BE49-F238E27FC236}">
                  <a16:creationId xmlns:a16="http://schemas.microsoft.com/office/drawing/2014/main" id="{DFAEE2EF-F5B7-4E9B-DE5E-F18329F01642}"/>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86946BF4-612F-A0A4-D1FC-1575D81A2036}"/>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C56FB33A-0C95-3295-C6EC-A6DE68A7C93D}"/>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2DF648F-B98B-28F3-A8F0-5E99418D708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E7E483AB-449A-A2B4-E04A-89286FFD3F38}"/>
              </a:ext>
            </a:extLst>
          </p:cNvPr>
          <p:cNvGrpSpPr/>
          <p:nvPr userDrawn="1"/>
        </p:nvGrpSpPr>
        <p:grpSpPr>
          <a:xfrm>
            <a:off x="697077" y="6153859"/>
            <a:ext cx="321616" cy="318736"/>
            <a:chOff x="608920" y="469441"/>
            <a:chExt cx="321616" cy="318736"/>
          </a:xfrm>
        </p:grpSpPr>
        <p:sp>
          <p:nvSpPr>
            <p:cNvPr id="8" name="椭圆 7">
              <a:extLst>
                <a:ext uri="{FF2B5EF4-FFF2-40B4-BE49-F238E27FC236}">
                  <a16:creationId xmlns:a16="http://schemas.microsoft.com/office/drawing/2014/main" id="{8B6EBB50-9F30-06F0-9F41-AA7AE1CC3458}"/>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9717F7E4-636A-149C-F3EF-81EA205D84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817AB415-1C7E-6A66-A9C6-B82751A8472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E0866C40-ED20-E152-557A-27B82B08AB10}"/>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组合 11">
            <a:extLst>
              <a:ext uri="{FF2B5EF4-FFF2-40B4-BE49-F238E27FC236}">
                <a16:creationId xmlns:a16="http://schemas.microsoft.com/office/drawing/2014/main" id="{941EED27-60DA-5D7C-2F45-D39862399E83}"/>
              </a:ext>
            </a:extLst>
          </p:cNvPr>
          <p:cNvGrpSpPr/>
          <p:nvPr userDrawn="1"/>
        </p:nvGrpSpPr>
        <p:grpSpPr>
          <a:xfrm>
            <a:off x="11166470" y="389907"/>
            <a:ext cx="321616" cy="318736"/>
            <a:chOff x="608920" y="469441"/>
            <a:chExt cx="321616" cy="318736"/>
          </a:xfrm>
        </p:grpSpPr>
        <p:sp>
          <p:nvSpPr>
            <p:cNvPr id="13" name="椭圆 12">
              <a:extLst>
                <a:ext uri="{FF2B5EF4-FFF2-40B4-BE49-F238E27FC236}">
                  <a16:creationId xmlns:a16="http://schemas.microsoft.com/office/drawing/2014/main" id="{2EB5D67E-306B-A877-B9E9-A8C63A45D5EF}"/>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962BF096-0503-7D60-E8FD-0E6F1B1B5749}"/>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BC82298F-9EAB-EFB9-4244-997995AE428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8BD89DCF-1836-0E6E-5513-6EE84CCD967C}"/>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6DFEC6-2843-13CA-3244-B95D76CAF5C0}"/>
              </a:ext>
            </a:extLst>
          </p:cNvPr>
          <p:cNvGrpSpPr/>
          <p:nvPr userDrawn="1"/>
        </p:nvGrpSpPr>
        <p:grpSpPr>
          <a:xfrm>
            <a:off x="4787714" y="902242"/>
            <a:ext cx="321616" cy="318736"/>
            <a:chOff x="608920" y="469441"/>
            <a:chExt cx="321616" cy="318736"/>
          </a:xfrm>
        </p:grpSpPr>
        <p:sp>
          <p:nvSpPr>
            <p:cNvPr id="3" name="椭圆 2">
              <a:extLst>
                <a:ext uri="{FF2B5EF4-FFF2-40B4-BE49-F238E27FC236}">
                  <a16:creationId xmlns:a16="http://schemas.microsoft.com/office/drawing/2014/main" id="{2F59EA9A-3B59-F493-9A2B-D8BDF7EC1FD1}"/>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95150CDC-1D11-D731-65E2-3F4022D73104}"/>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D7B688C4-16DD-DE7D-7B98-79226E8C7C1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113BB175-7058-6326-AC8E-95F2E3F35E6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0883F7F1-3ABF-2CBD-E7D5-2F03DB93E73E}"/>
              </a:ext>
            </a:extLst>
          </p:cNvPr>
          <p:cNvGrpSpPr/>
          <p:nvPr userDrawn="1"/>
        </p:nvGrpSpPr>
        <p:grpSpPr>
          <a:xfrm>
            <a:off x="6899005" y="902242"/>
            <a:ext cx="321616" cy="318736"/>
            <a:chOff x="608920" y="469441"/>
            <a:chExt cx="321616" cy="318736"/>
          </a:xfrm>
        </p:grpSpPr>
        <p:sp>
          <p:nvSpPr>
            <p:cNvPr id="8" name="椭圆 7">
              <a:extLst>
                <a:ext uri="{FF2B5EF4-FFF2-40B4-BE49-F238E27FC236}">
                  <a16:creationId xmlns:a16="http://schemas.microsoft.com/office/drawing/2014/main" id="{5017D6AA-372B-930B-C3B9-2DEF8A0E661D}"/>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24B4E1C0-3EF4-745E-F1A7-6AD3E4423CD5}"/>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DF529D8D-5695-065F-63F1-3A801EC01D29}"/>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C89C467F-E423-34DA-B2A9-28EFAA9546AA}"/>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文本框 11">
            <a:extLst>
              <a:ext uri="{FF2B5EF4-FFF2-40B4-BE49-F238E27FC236}">
                <a16:creationId xmlns:a16="http://schemas.microsoft.com/office/drawing/2014/main" id="{6625FF80-6416-1EB2-BA90-DE9A69D2C983}"/>
              </a:ext>
            </a:extLst>
          </p:cNvPr>
          <p:cNvSpPr txBox="1"/>
          <p:nvPr userDrawn="1"/>
        </p:nvSpPr>
        <p:spPr>
          <a:xfrm>
            <a:off x="5349496" y="646111"/>
            <a:ext cx="1384995" cy="830997"/>
          </a:xfrm>
          <a:prstGeom prst="rect">
            <a:avLst/>
          </a:prstGeom>
          <a:noFill/>
          <a:effectLst>
            <a:outerShdw blurRad="127000" dist="63500" dir="2700000" algn="tl" rotWithShape="0">
              <a:schemeClr val="accent1">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r>
              <a:rPr lang="zh-CN" altLang="en-US"/>
              <a:t>目录</a:t>
            </a:r>
          </a:p>
        </p:txBody>
      </p:sp>
    </p:spTree>
    <p:extLst>
      <p:ext uri="{BB962C8B-B14F-4D97-AF65-F5344CB8AC3E}">
        <p14:creationId xmlns:p14="http://schemas.microsoft.com/office/powerpoint/2010/main" val="1551219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3E00AE2-C4E3-E94C-E981-6A82A31BFA31}"/>
              </a:ext>
            </a:extLst>
          </p:cNvPr>
          <p:cNvGrpSpPr/>
          <p:nvPr userDrawn="1">
            <p:custDataLst>
              <p:tags r:id="rId1"/>
            </p:custDataLst>
          </p:nvPr>
        </p:nvGrpSpPr>
        <p:grpSpPr>
          <a:xfrm rot="2759287">
            <a:off x="2723763" y="3977285"/>
            <a:ext cx="964848" cy="956208"/>
            <a:chOff x="287304" y="150705"/>
            <a:chExt cx="964848" cy="956208"/>
          </a:xfrm>
        </p:grpSpPr>
        <p:sp>
          <p:nvSpPr>
            <p:cNvPr id="3" name="椭圆 2">
              <a:extLst>
                <a:ext uri="{FF2B5EF4-FFF2-40B4-BE49-F238E27FC236}">
                  <a16:creationId xmlns:a16="http://schemas.microsoft.com/office/drawing/2014/main" id="{FEF608E7-E991-F828-F026-FE32D8DD203E}"/>
                </a:ext>
              </a:extLst>
            </p:cNvPr>
            <p:cNvSpPr/>
            <p:nvPr>
              <p:custDataLst>
                <p:tags r:id="rId11"/>
              </p:custDataLst>
            </p:nvPr>
          </p:nvSpPr>
          <p:spPr>
            <a:xfrm>
              <a:off x="287304" y="15070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4" name="椭圆 3">
              <a:extLst>
                <a:ext uri="{FF2B5EF4-FFF2-40B4-BE49-F238E27FC236}">
                  <a16:creationId xmlns:a16="http://schemas.microsoft.com/office/drawing/2014/main" id="{AB50B7E5-A56B-367D-4F9B-8A70451ABABA}"/>
                </a:ext>
              </a:extLst>
            </p:cNvPr>
            <p:cNvSpPr/>
            <p:nvPr>
              <p:custDataLst>
                <p:tags r:id="rId12"/>
              </p:custDataLst>
            </p:nvPr>
          </p:nvSpPr>
          <p:spPr>
            <a:xfrm>
              <a:off x="876966" y="150705"/>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5" name="椭圆 4">
              <a:extLst>
                <a:ext uri="{FF2B5EF4-FFF2-40B4-BE49-F238E27FC236}">
                  <a16:creationId xmlns:a16="http://schemas.microsoft.com/office/drawing/2014/main" id="{C781EC43-56C1-6BF0-0F1B-E7891A4C815E}"/>
                </a:ext>
              </a:extLst>
            </p:cNvPr>
            <p:cNvSpPr/>
            <p:nvPr>
              <p:custDataLst>
                <p:tags r:id="rId13"/>
              </p:custDataLst>
            </p:nvPr>
          </p:nvSpPr>
          <p:spPr>
            <a:xfrm>
              <a:off x="287304" y="731724"/>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6" name="椭圆 5">
              <a:extLst>
                <a:ext uri="{FF2B5EF4-FFF2-40B4-BE49-F238E27FC236}">
                  <a16:creationId xmlns:a16="http://schemas.microsoft.com/office/drawing/2014/main" id="{7F73883B-5394-87CB-A5A0-3DBF0CF48FE1}"/>
                </a:ext>
              </a:extLst>
            </p:cNvPr>
            <p:cNvSpPr/>
            <p:nvPr>
              <p:custDataLst>
                <p:tags r:id="rId14"/>
              </p:custDataLst>
            </p:nvPr>
          </p:nvSpPr>
          <p:spPr>
            <a:xfrm>
              <a:off x="876966" y="731724"/>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grpSp>
      <p:grpSp>
        <p:nvGrpSpPr>
          <p:cNvPr id="7" name="组合 6">
            <a:extLst>
              <a:ext uri="{FF2B5EF4-FFF2-40B4-BE49-F238E27FC236}">
                <a16:creationId xmlns:a16="http://schemas.microsoft.com/office/drawing/2014/main" id="{6F5BA951-A256-0736-EF1B-5A8162677F2A}"/>
              </a:ext>
            </a:extLst>
          </p:cNvPr>
          <p:cNvGrpSpPr/>
          <p:nvPr userDrawn="1">
            <p:custDataLst>
              <p:tags r:id="rId2"/>
            </p:custDataLst>
          </p:nvPr>
        </p:nvGrpSpPr>
        <p:grpSpPr>
          <a:xfrm rot="2759287">
            <a:off x="8476380" y="1808759"/>
            <a:ext cx="964848" cy="956208"/>
            <a:chOff x="287304" y="150705"/>
            <a:chExt cx="964848" cy="956208"/>
          </a:xfrm>
        </p:grpSpPr>
        <p:sp>
          <p:nvSpPr>
            <p:cNvPr id="8" name="椭圆 7">
              <a:extLst>
                <a:ext uri="{FF2B5EF4-FFF2-40B4-BE49-F238E27FC236}">
                  <a16:creationId xmlns:a16="http://schemas.microsoft.com/office/drawing/2014/main" id="{B5DC580A-AB43-9531-2B02-4E0F40E67FAD}"/>
                </a:ext>
              </a:extLst>
            </p:cNvPr>
            <p:cNvSpPr/>
            <p:nvPr>
              <p:custDataLst>
                <p:tags r:id="rId7"/>
              </p:custDataLst>
            </p:nvPr>
          </p:nvSpPr>
          <p:spPr>
            <a:xfrm>
              <a:off x="287304" y="15070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9" name="椭圆 8">
              <a:extLst>
                <a:ext uri="{FF2B5EF4-FFF2-40B4-BE49-F238E27FC236}">
                  <a16:creationId xmlns:a16="http://schemas.microsoft.com/office/drawing/2014/main" id="{3655B6E6-29CE-DE00-170A-B25557E28FDA}"/>
                </a:ext>
              </a:extLst>
            </p:cNvPr>
            <p:cNvSpPr/>
            <p:nvPr>
              <p:custDataLst>
                <p:tags r:id="rId8"/>
              </p:custDataLst>
            </p:nvPr>
          </p:nvSpPr>
          <p:spPr>
            <a:xfrm>
              <a:off x="876966" y="150705"/>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0" name="椭圆 9">
              <a:extLst>
                <a:ext uri="{FF2B5EF4-FFF2-40B4-BE49-F238E27FC236}">
                  <a16:creationId xmlns:a16="http://schemas.microsoft.com/office/drawing/2014/main" id="{51966DE7-10A9-FB17-CCD5-453EBF1B8A56}"/>
                </a:ext>
              </a:extLst>
            </p:cNvPr>
            <p:cNvSpPr/>
            <p:nvPr>
              <p:custDataLst>
                <p:tags r:id="rId9"/>
              </p:custDataLst>
            </p:nvPr>
          </p:nvSpPr>
          <p:spPr>
            <a:xfrm>
              <a:off x="287304" y="731724"/>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1" name="椭圆 10">
              <a:extLst>
                <a:ext uri="{FF2B5EF4-FFF2-40B4-BE49-F238E27FC236}">
                  <a16:creationId xmlns:a16="http://schemas.microsoft.com/office/drawing/2014/main" id="{B6222ADA-0325-1F51-889A-6E20AD035C52}"/>
                </a:ext>
              </a:extLst>
            </p:cNvPr>
            <p:cNvSpPr/>
            <p:nvPr>
              <p:custDataLst>
                <p:tags r:id="rId10"/>
              </p:custDataLst>
            </p:nvPr>
          </p:nvSpPr>
          <p:spPr>
            <a:xfrm>
              <a:off x="876966" y="731724"/>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grpSp>
      <p:sp>
        <p:nvSpPr>
          <p:cNvPr id="12" name="矩形: 圆角 11">
            <a:extLst>
              <a:ext uri="{FF2B5EF4-FFF2-40B4-BE49-F238E27FC236}">
                <a16:creationId xmlns:a16="http://schemas.microsoft.com/office/drawing/2014/main" id="{0E589901-B80D-58BF-57F1-208975E8AE98}"/>
              </a:ext>
            </a:extLst>
          </p:cNvPr>
          <p:cNvSpPr/>
          <p:nvPr userDrawn="1"/>
        </p:nvSpPr>
        <p:spPr>
          <a:xfrm>
            <a:off x="3184861" y="1826096"/>
            <a:ext cx="5752618" cy="2777924"/>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C762D56E-08B3-DA9A-CEAD-EBD8D0BF770D}"/>
              </a:ext>
            </a:extLst>
          </p:cNvPr>
          <p:cNvSpPr/>
          <p:nvPr userDrawn="1">
            <p:custDataLst>
              <p:tags r:id="rId3"/>
            </p:custDataLst>
          </p:nvPr>
        </p:nvSpPr>
        <p:spPr>
          <a:xfrm rot="5400000">
            <a:off x="130581" y="107237"/>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4" name="椭圆 13">
            <a:extLst>
              <a:ext uri="{FF2B5EF4-FFF2-40B4-BE49-F238E27FC236}">
                <a16:creationId xmlns:a16="http://schemas.microsoft.com/office/drawing/2014/main" id="{61E68B0E-0B2D-4A92-F1FD-8842F1CC0FDF}"/>
              </a:ext>
            </a:extLst>
          </p:cNvPr>
          <p:cNvSpPr/>
          <p:nvPr userDrawn="1">
            <p:custDataLst>
              <p:tags r:id="rId4"/>
            </p:custDataLst>
          </p:nvPr>
        </p:nvSpPr>
        <p:spPr>
          <a:xfrm rot="5400000">
            <a:off x="11690261" y="6375575"/>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5" name="椭圆 14">
            <a:extLst>
              <a:ext uri="{FF2B5EF4-FFF2-40B4-BE49-F238E27FC236}">
                <a16:creationId xmlns:a16="http://schemas.microsoft.com/office/drawing/2014/main" id="{2314E7C2-4621-B0BB-1ED1-0A0C80F8D1E8}"/>
              </a:ext>
            </a:extLst>
          </p:cNvPr>
          <p:cNvSpPr/>
          <p:nvPr userDrawn="1">
            <p:custDataLst>
              <p:tags r:id="rId5"/>
            </p:custDataLst>
          </p:nvPr>
        </p:nvSpPr>
        <p:spPr>
          <a:xfrm rot="5400000">
            <a:off x="11690261" y="107237"/>
            <a:ext cx="375186" cy="375189"/>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
        <p:nvSpPr>
          <p:cNvPr id="16" name="椭圆 15">
            <a:extLst>
              <a:ext uri="{FF2B5EF4-FFF2-40B4-BE49-F238E27FC236}">
                <a16:creationId xmlns:a16="http://schemas.microsoft.com/office/drawing/2014/main" id="{6AC9F649-F132-713A-2857-F3F78BEE2373}"/>
              </a:ext>
            </a:extLst>
          </p:cNvPr>
          <p:cNvSpPr/>
          <p:nvPr userDrawn="1">
            <p:custDataLst>
              <p:tags r:id="rId6"/>
            </p:custDataLst>
          </p:nvPr>
        </p:nvSpPr>
        <p:spPr>
          <a:xfrm rot="5400000">
            <a:off x="130581" y="6375575"/>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en-US" sz="5400"/>
          </a:p>
        </p:txBody>
      </p:sp>
    </p:spTree>
    <p:extLst>
      <p:ext uri="{BB962C8B-B14F-4D97-AF65-F5344CB8AC3E}">
        <p14:creationId xmlns:p14="http://schemas.microsoft.com/office/powerpoint/2010/main" val="373470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AB227022-ADD1-9E41-965B-428CB265DF70}"/>
              </a:ext>
            </a:extLst>
          </p:cNvPr>
          <p:cNvGrpSpPr/>
          <p:nvPr userDrawn="1"/>
        </p:nvGrpSpPr>
        <p:grpSpPr>
          <a:xfrm>
            <a:off x="528231" y="416105"/>
            <a:ext cx="321616" cy="318736"/>
            <a:chOff x="608920" y="469441"/>
            <a:chExt cx="321616" cy="318736"/>
          </a:xfrm>
        </p:grpSpPr>
        <p:sp>
          <p:nvSpPr>
            <p:cNvPr id="18" name="椭圆 17">
              <a:extLst>
                <a:ext uri="{FF2B5EF4-FFF2-40B4-BE49-F238E27FC236}">
                  <a16:creationId xmlns:a16="http://schemas.microsoft.com/office/drawing/2014/main" id="{DB14F7D4-4BB1-501E-AF05-4CF7085EE659}"/>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1324FA16-8827-8208-CD49-8D9808905275}"/>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B69BD539-D30D-CC3D-0BB2-7200973990A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椭圆 20">
              <a:extLst>
                <a:ext uri="{FF2B5EF4-FFF2-40B4-BE49-F238E27FC236}">
                  <a16:creationId xmlns:a16="http://schemas.microsoft.com/office/drawing/2014/main" id="{E1211A76-D8F4-0A40-9AE4-BC1D3233EF6F}"/>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7405DB11-38A7-3A6E-1CBD-E4308E1D54B6}"/>
              </a:ext>
            </a:extLst>
          </p:cNvPr>
          <p:cNvGrpSpPr/>
          <p:nvPr userDrawn="1"/>
        </p:nvGrpSpPr>
        <p:grpSpPr>
          <a:xfrm>
            <a:off x="11175059" y="6153859"/>
            <a:ext cx="321616" cy="318736"/>
            <a:chOff x="608920" y="469441"/>
            <a:chExt cx="321616" cy="318736"/>
          </a:xfrm>
        </p:grpSpPr>
        <p:sp>
          <p:nvSpPr>
            <p:cNvPr id="23" name="椭圆 22">
              <a:extLst>
                <a:ext uri="{FF2B5EF4-FFF2-40B4-BE49-F238E27FC236}">
                  <a16:creationId xmlns:a16="http://schemas.microsoft.com/office/drawing/2014/main" id="{24069562-B914-F40C-C75F-1FB7D7C5D1DD}"/>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A5221507-512B-8F67-BF9A-9D93A9E9F7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1A7B3D8F-85D6-A800-8890-14ADE7BA824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2318CD78-A7F7-4DC9-77C6-F83D4475B8B4}"/>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12803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1AE031B-DA59-C927-0A57-071F18F20B10}"/>
              </a:ext>
            </a:extLst>
          </p:cNvPr>
          <p:cNvGrpSpPr/>
          <p:nvPr userDrawn="1"/>
        </p:nvGrpSpPr>
        <p:grpSpPr>
          <a:xfrm>
            <a:off x="697077" y="389907"/>
            <a:ext cx="321616" cy="318736"/>
            <a:chOff x="608920" y="469441"/>
            <a:chExt cx="321616" cy="318736"/>
          </a:xfrm>
        </p:grpSpPr>
        <p:sp>
          <p:nvSpPr>
            <p:cNvPr id="3" name="椭圆 2">
              <a:extLst>
                <a:ext uri="{FF2B5EF4-FFF2-40B4-BE49-F238E27FC236}">
                  <a16:creationId xmlns:a16="http://schemas.microsoft.com/office/drawing/2014/main" id="{DFAEE2EF-F5B7-4E9B-DE5E-F18329F01642}"/>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椭圆 3">
              <a:extLst>
                <a:ext uri="{FF2B5EF4-FFF2-40B4-BE49-F238E27FC236}">
                  <a16:creationId xmlns:a16="http://schemas.microsoft.com/office/drawing/2014/main" id="{86946BF4-612F-A0A4-D1FC-1575D81A2036}"/>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C56FB33A-0C95-3295-C6EC-A6DE68A7C93D}"/>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2DF648F-B98B-28F3-A8F0-5E99418D7087}"/>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E7E483AB-449A-A2B4-E04A-89286FFD3F38}"/>
              </a:ext>
            </a:extLst>
          </p:cNvPr>
          <p:cNvGrpSpPr/>
          <p:nvPr userDrawn="1"/>
        </p:nvGrpSpPr>
        <p:grpSpPr>
          <a:xfrm>
            <a:off x="697077" y="6153859"/>
            <a:ext cx="321616" cy="318736"/>
            <a:chOff x="608920" y="469441"/>
            <a:chExt cx="321616" cy="318736"/>
          </a:xfrm>
        </p:grpSpPr>
        <p:sp>
          <p:nvSpPr>
            <p:cNvPr id="8" name="椭圆 7">
              <a:extLst>
                <a:ext uri="{FF2B5EF4-FFF2-40B4-BE49-F238E27FC236}">
                  <a16:creationId xmlns:a16="http://schemas.microsoft.com/office/drawing/2014/main" id="{8B6EBB50-9F30-06F0-9F41-AA7AE1CC3458}"/>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9717F7E4-636A-149C-F3EF-81EA205D84B7}"/>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817AB415-1C7E-6A66-A9C6-B82751A84723}"/>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E0866C40-ED20-E152-557A-27B82B08AB10}"/>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组合 11">
            <a:extLst>
              <a:ext uri="{FF2B5EF4-FFF2-40B4-BE49-F238E27FC236}">
                <a16:creationId xmlns:a16="http://schemas.microsoft.com/office/drawing/2014/main" id="{941EED27-60DA-5D7C-2F45-D39862399E83}"/>
              </a:ext>
            </a:extLst>
          </p:cNvPr>
          <p:cNvGrpSpPr/>
          <p:nvPr userDrawn="1"/>
        </p:nvGrpSpPr>
        <p:grpSpPr>
          <a:xfrm>
            <a:off x="11166470" y="389907"/>
            <a:ext cx="321616" cy="318736"/>
            <a:chOff x="608920" y="469441"/>
            <a:chExt cx="321616" cy="318736"/>
          </a:xfrm>
        </p:grpSpPr>
        <p:sp>
          <p:nvSpPr>
            <p:cNvPr id="13" name="椭圆 12">
              <a:extLst>
                <a:ext uri="{FF2B5EF4-FFF2-40B4-BE49-F238E27FC236}">
                  <a16:creationId xmlns:a16="http://schemas.microsoft.com/office/drawing/2014/main" id="{2EB5D67E-306B-A877-B9E9-A8C63A45D5EF}"/>
                </a:ext>
              </a:extLst>
            </p:cNvPr>
            <p:cNvSpPr/>
            <p:nvPr/>
          </p:nvSpPr>
          <p:spPr>
            <a:xfrm>
              <a:off x="608920" y="469441"/>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962BF096-0503-7D60-E8FD-0E6F1B1B5749}"/>
                </a:ext>
              </a:extLst>
            </p:cNvPr>
            <p:cNvSpPr/>
            <p:nvPr/>
          </p:nvSpPr>
          <p:spPr>
            <a:xfrm>
              <a:off x="805474" y="469441"/>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BC82298F-9EAB-EFB9-4244-997995AE428A}"/>
                </a:ext>
              </a:extLst>
            </p:cNvPr>
            <p:cNvSpPr/>
            <p:nvPr/>
          </p:nvSpPr>
          <p:spPr>
            <a:xfrm>
              <a:off x="608920" y="663114"/>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8BD89DCF-1836-0E6E-5513-6EE84CCD967C}"/>
                </a:ext>
              </a:extLst>
            </p:cNvPr>
            <p:cNvSpPr/>
            <p:nvPr/>
          </p:nvSpPr>
          <p:spPr>
            <a:xfrm>
              <a:off x="805474" y="663114"/>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365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827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4370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 Id="rId1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245131E-B659-A9C1-DC88-885C7E897B6D}"/>
              </a:ext>
            </a:extLst>
          </p:cNvPr>
          <p:cNvPicPr>
            <a:picLocks noChangeAspect="1"/>
          </p:cNvPicPr>
          <p:nvPr/>
        </p:nvPicPr>
        <p:blipFill>
          <a:blip r:embed="rId10">
            <a:alphaModFix amt="73000"/>
          </a:blip>
          <a:srcRect t="7792" r="57318" b="55433"/>
          <a:stretch>
            <a:fillRect/>
          </a:stretch>
        </p:blipFill>
        <p:spPr>
          <a:xfrm>
            <a:off x="4208878" y="0"/>
            <a:ext cx="7983122" cy="6858000"/>
          </a:xfrm>
          <a:custGeom>
            <a:avLst/>
            <a:gdLst>
              <a:gd name="connsiteX0" fmla="*/ 0 w 7983122"/>
              <a:gd name="connsiteY0" fmla="*/ 0 h 6858000"/>
              <a:gd name="connsiteX1" fmla="*/ 7983122 w 7983122"/>
              <a:gd name="connsiteY1" fmla="*/ 0 h 6858000"/>
              <a:gd name="connsiteX2" fmla="*/ 7983122 w 7983122"/>
              <a:gd name="connsiteY2" fmla="*/ 6858000 h 6858000"/>
              <a:gd name="connsiteX3" fmla="*/ 0 w 79831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983122" h="6858000">
                <a:moveTo>
                  <a:pt x="0" y="0"/>
                </a:moveTo>
                <a:lnTo>
                  <a:pt x="7983122" y="0"/>
                </a:lnTo>
                <a:lnTo>
                  <a:pt x="7983122" y="6858000"/>
                </a:lnTo>
                <a:lnTo>
                  <a:pt x="0" y="6858000"/>
                </a:lnTo>
                <a:close/>
              </a:path>
            </a:pathLst>
          </a:custGeom>
        </p:spPr>
      </p:pic>
      <p:sp>
        <p:nvSpPr>
          <p:cNvPr id="3" name="文本框 2">
            <a:extLst>
              <a:ext uri="{FF2B5EF4-FFF2-40B4-BE49-F238E27FC236}">
                <a16:creationId xmlns:a16="http://schemas.microsoft.com/office/drawing/2014/main" id="{39656315-3179-0CA0-9ED3-B638FF8F0C64}"/>
              </a:ext>
            </a:extLst>
          </p:cNvPr>
          <p:cNvSpPr txBox="1"/>
          <p:nvPr/>
        </p:nvSpPr>
        <p:spPr>
          <a:xfrm>
            <a:off x="5294630" y="2183765"/>
            <a:ext cx="127000" cy="276860"/>
          </a:xfrm>
          <a:prstGeom prst="rect">
            <a:avLst/>
          </a:prstGeom>
          <a:noFill/>
        </p:spPr>
        <p:txBody>
          <a:bodyPr wrap="none" lIns="0" tIns="0" rIns="0" bIns="0" rtlCol="0" anchor="t">
            <a:spAutoFit/>
          </a:bodyPr>
          <a:lstStyle/>
          <a:p>
            <a:pPr algn="l"/>
            <a:endParaRPr lang="zh-CN" altLang="en-US"/>
          </a:p>
        </p:txBody>
      </p:sp>
      <p:pic>
        <p:nvPicPr>
          <p:cNvPr id="4" name="图片 3">
            <a:extLst>
              <a:ext uri="{FF2B5EF4-FFF2-40B4-BE49-F238E27FC236}">
                <a16:creationId xmlns:a16="http://schemas.microsoft.com/office/drawing/2014/main" id="{F34FCE87-EDA0-B0DD-0BF4-E8CA837A086A}"/>
              </a:ext>
            </a:extLst>
          </p:cNvPr>
          <p:cNvPicPr>
            <a:picLocks noChangeAspect="1"/>
          </p:cNvPicPr>
          <p:nvPr/>
        </p:nvPicPr>
        <p:blipFill>
          <a:blip r:embed="rId11">
            <a:alphaModFix amt="34000"/>
            <a:extLst>
              <a:ext uri="{BEBA8EAE-BF5A-486C-A8C5-ECC9F3942E4B}">
                <a14:imgProps xmlns:a14="http://schemas.microsoft.com/office/drawing/2010/main">
                  <a14:imgLayer r:embed="rId12">
                    <a14:imgEffect>
                      <a14:artisticBlur radius="100"/>
                    </a14:imgEffect>
                  </a14:imgLayer>
                </a14:imgProps>
              </a:ext>
            </a:extLst>
          </a:blip>
          <a:srcRect l="6243" t="63078" r="45747" b="9916"/>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effectLst>
            <a:softEdge rad="0"/>
          </a:effectLst>
        </p:spPr>
      </p:pic>
      <p:pic>
        <p:nvPicPr>
          <p:cNvPr id="5" name="图片 4">
            <a:extLst>
              <a:ext uri="{FF2B5EF4-FFF2-40B4-BE49-F238E27FC236}">
                <a16:creationId xmlns:a16="http://schemas.microsoft.com/office/drawing/2014/main" id="{7185C92D-5977-FD24-F77D-FDE8E2F23B2D}"/>
              </a:ext>
            </a:extLst>
          </p:cNvPr>
          <p:cNvPicPr>
            <a:picLocks noChangeAspect="1"/>
          </p:cNvPicPr>
          <p:nvPr/>
        </p:nvPicPr>
        <p:blipFill>
          <a:blip r:embed="rId13">
            <a:extLst>
              <a:ext uri="{BEBA8EAE-BF5A-486C-A8C5-ECC9F3942E4B}">
                <a14:imgProps xmlns:a14="http://schemas.microsoft.com/office/drawing/2010/main">
                  <a14:imgLayer r:embed="rId14">
                    <a14:imgEffect>
                      <a14:artisticBlur radius="100"/>
                    </a14:imgEffect>
                  </a14:imgLayer>
                </a14:imgProps>
              </a:ext>
            </a:extLst>
          </a:blip>
          <a:srcRect l="58472" t="10211" b="58099"/>
          <a:stretch>
            <a:fillRect/>
          </a:stretch>
        </p:blipFill>
        <p:spPr>
          <a:xfrm>
            <a:off x="1" y="0"/>
            <a:ext cx="9013625" cy="6858000"/>
          </a:xfrm>
          <a:custGeom>
            <a:avLst/>
            <a:gdLst>
              <a:gd name="connsiteX0" fmla="*/ 0 w 9013625"/>
              <a:gd name="connsiteY0" fmla="*/ 0 h 6858000"/>
              <a:gd name="connsiteX1" fmla="*/ 9013625 w 9013625"/>
              <a:gd name="connsiteY1" fmla="*/ 0 h 6858000"/>
              <a:gd name="connsiteX2" fmla="*/ 9013625 w 9013625"/>
              <a:gd name="connsiteY2" fmla="*/ 6858000 h 6858000"/>
              <a:gd name="connsiteX3" fmla="*/ 0 w 90136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013625" h="6858000">
                <a:moveTo>
                  <a:pt x="0" y="0"/>
                </a:moveTo>
                <a:lnTo>
                  <a:pt x="9013625" y="0"/>
                </a:lnTo>
                <a:lnTo>
                  <a:pt x="9013625" y="6858000"/>
                </a:lnTo>
                <a:lnTo>
                  <a:pt x="0" y="6858000"/>
                </a:lnTo>
                <a:close/>
              </a:path>
            </a:pathLst>
          </a:custGeom>
        </p:spPr>
      </p:pic>
      <p:pic>
        <p:nvPicPr>
          <p:cNvPr id="6" name="图片 5">
            <a:extLst>
              <a:ext uri="{FF2B5EF4-FFF2-40B4-BE49-F238E27FC236}">
                <a16:creationId xmlns:a16="http://schemas.microsoft.com/office/drawing/2014/main" id="{308ECD94-6889-04D2-D78B-FEEC29EC28A7}"/>
              </a:ext>
            </a:extLst>
          </p:cNvPr>
          <p:cNvPicPr>
            <a:picLocks noChangeAspect="1"/>
          </p:cNvPicPr>
          <p:nvPr/>
        </p:nvPicPr>
        <p:blipFill>
          <a:blip r:embed="rId15">
            <a:alphaModFix amt="82000"/>
          </a:blip>
          <a:srcRect l="57758" t="56632" b="12063"/>
          <a:stretch>
            <a:fillRect/>
          </a:stretch>
        </p:blipFill>
        <p:spPr>
          <a:xfrm>
            <a:off x="1" y="0"/>
            <a:ext cx="9281763" cy="6858000"/>
          </a:xfrm>
          <a:custGeom>
            <a:avLst/>
            <a:gdLst>
              <a:gd name="connsiteX0" fmla="*/ 0 w 9281763"/>
              <a:gd name="connsiteY0" fmla="*/ 0 h 6858000"/>
              <a:gd name="connsiteX1" fmla="*/ 9281763 w 9281763"/>
              <a:gd name="connsiteY1" fmla="*/ 0 h 6858000"/>
              <a:gd name="connsiteX2" fmla="*/ 9281763 w 9281763"/>
              <a:gd name="connsiteY2" fmla="*/ 6858000 h 6858000"/>
              <a:gd name="connsiteX3" fmla="*/ 0 w 928176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81763" h="6858000">
                <a:moveTo>
                  <a:pt x="0" y="0"/>
                </a:moveTo>
                <a:lnTo>
                  <a:pt x="9281763" y="0"/>
                </a:lnTo>
                <a:lnTo>
                  <a:pt x="9281763" y="6858000"/>
                </a:lnTo>
                <a:lnTo>
                  <a:pt x="0" y="6858000"/>
                </a:lnTo>
                <a:close/>
              </a:path>
            </a:pathLst>
          </a:custGeom>
        </p:spPr>
      </p:pic>
      <p:sp>
        <p:nvSpPr>
          <p:cNvPr id="8" name="椭圆 7">
            <a:extLst>
              <a:ext uri="{FF2B5EF4-FFF2-40B4-BE49-F238E27FC236}">
                <a16:creationId xmlns:a16="http://schemas.microsoft.com/office/drawing/2014/main" id="{63C78F11-F842-2C5E-4F6C-B3BE43669846}"/>
              </a:ext>
            </a:extLst>
          </p:cNvPr>
          <p:cNvSpPr/>
          <p:nvPr userDrawn="1"/>
        </p:nvSpPr>
        <p:spPr>
          <a:xfrm>
            <a:off x="5778500" y="-22860000"/>
            <a:ext cx="635000" cy="635000"/>
          </a:xfrm>
          <a:prstGeom prst="ellipse">
            <a:avLst/>
          </a:prstGeom>
          <a:noFill/>
          <a:ln w="12700" cap="flat" cmpd="sng" algn="ctr">
            <a:noFill/>
            <a:prstDash val="solid"/>
            <a:miter lim="800000"/>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9" name="椭圆 8">
            <a:extLst>
              <a:ext uri="{FF2B5EF4-FFF2-40B4-BE49-F238E27FC236}">
                <a16:creationId xmlns:a16="http://schemas.microsoft.com/office/drawing/2014/main" id="{3D345E77-0600-B4BD-2A76-AF60B72D0FD2}"/>
              </a:ext>
            </a:extLst>
          </p:cNvPr>
          <p:cNvSpPr/>
          <p:nvPr userDrawn="1"/>
        </p:nvSpPr>
        <p:spPr>
          <a:xfrm>
            <a:off x="5778500" y="22860000"/>
            <a:ext cx="635000" cy="635000"/>
          </a:xfrm>
          <a:prstGeom prst="ellipse">
            <a:avLst/>
          </a:prstGeom>
          <a:noFill/>
          <a:ln w="12700" cap="flat" cmpd="sng" algn="ctr">
            <a:noFill/>
            <a:prstDash val="solid"/>
            <a:miter lim="800000"/>
          </a:ln>
          <a:extLst>
            <a:ext uri="{909E8E84-426E-40DD-AFC4-6F175D3DCCD1}">
              <a14:hiddenFill xmlns:a14="http://schemas.microsoft.com/office/drawing/2010/main">
                <a:solidFill>
                  <a:srgbClr val="FF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7" r:id="rId5"/>
    <p:sldLayoutId id="2147483658" r:id="rId6"/>
    <p:sldLayoutId id="2147483659" r:id="rId7"/>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6055" indent="-186055" algn="l" defTabSz="742950" rtl="0" eaLnBrk="1" latinLnBrk="0" hangingPunct="1">
        <a:lnSpc>
          <a:spcPct val="90000"/>
        </a:lnSpc>
        <a:spcBef>
          <a:spcPts val="815"/>
        </a:spcBef>
        <a:buFont typeface="Arial" panose="020B0604020202020204" pitchFamily="34" charset="0"/>
        <a:buChar char="•"/>
        <a:defRPr sz="2275" kern="1200">
          <a:solidFill>
            <a:schemeClr val="tx1"/>
          </a:solidFill>
          <a:latin typeface="+mn-lt"/>
          <a:ea typeface="+mn-ea"/>
          <a:cs typeface="+mn-cs"/>
        </a:defRPr>
      </a:lvl1pPr>
      <a:lvl2pPr marL="557530" indent="-186055" algn="l" defTabSz="742950" rtl="0" eaLnBrk="1" latinLnBrk="0" hangingPunct="1">
        <a:lnSpc>
          <a:spcPct val="90000"/>
        </a:lnSpc>
        <a:spcBef>
          <a:spcPts val="405"/>
        </a:spcBef>
        <a:buFont typeface="Arial" panose="020B0604020202020204" pitchFamily="34" charset="0"/>
        <a:buChar char="•"/>
        <a:defRPr sz="1950" kern="1200">
          <a:solidFill>
            <a:schemeClr val="tx1"/>
          </a:solidFill>
          <a:latin typeface="+mn-lt"/>
          <a:ea typeface="+mn-ea"/>
          <a:cs typeface="+mn-cs"/>
        </a:defRPr>
      </a:lvl2pPr>
      <a:lvl3pPr marL="929005" indent="-186055" algn="l" defTabSz="742950" rtl="0" eaLnBrk="1" latinLnBrk="0" hangingPunct="1">
        <a:lnSpc>
          <a:spcPct val="90000"/>
        </a:lnSpc>
        <a:spcBef>
          <a:spcPts val="405"/>
        </a:spcBef>
        <a:buFont typeface="Arial" panose="020B0604020202020204" pitchFamily="34" charset="0"/>
        <a:buChar char="•"/>
        <a:defRPr sz="1625" kern="1200">
          <a:solidFill>
            <a:schemeClr val="tx1"/>
          </a:solidFill>
          <a:latin typeface="+mn-lt"/>
          <a:ea typeface="+mn-ea"/>
          <a:cs typeface="+mn-cs"/>
        </a:defRPr>
      </a:lvl3pPr>
      <a:lvl4pPr marL="13004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4pPr>
      <a:lvl5pPr marL="16719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5pPr>
      <a:lvl6pPr marL="204343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6pPr>
      <a:lvl7pPr marL="241490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7pPr>
      <a:lvl8pPr marL="2786380"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8pPr>
      <a:lvl9pPr marL="3157855" indent="-186055" algn="l" defTabSz="742950" rtl="0" eaLnBrk="1" latinLnBrk="0" hangingPunct="1">
        <a:lnSpc>
          <a:spcPct val="90000"/>
        </a:lnSpc>
        <a:spcBef>
          <a:spcPts val="405"/>
        </a:spcBef>
        <a:buFont typeface="Arial" panose="020B0604020202020204" pitchFamily="34" charset="0"/>
        <a:buChar char="•"/>
        <a:defRPr sz="1465" kern="1200">
          <a:solidFill>
            <a:schemeClr val="tx1"/>
          </a:solidFill>
          <a:latin typeface="+mn-lt"/>
          <a:ea typeface="+mn-ea"/>
          <a:cs typeface="+mn-cs"/>
        </a:defRPr>
      </a:lvl9pPr>
    </p:bodyStyle>
    <p:otherStyle>
      <a:defPPr>
        <a:defRPr lang="zh-CN"/>
      </a:defPPr>
      <a:lvl1pPr marL="0" algn="l" defTabSz="742950" rtl="0" eaLnBrk="1" latinLnBrk="0" hangingPunct="1">
        <a:defRPr sz="1465" kern="1200">
          <a:solidFill>
            <a:schemeClr val="tx1"/>
          </a:solidFill>
          <a:latin typeface="+mn-lt"/>
          <a:ea typeface="+mn-ea"/>
          <a:cs typeface="+mn-cs"/>
        </a:defRPr>
      </a:lvl1pPr>
      <a:lvl2pPr marL="371475" algn="l" defTabSz="742950" rtl="0" eaLnBrk="1" latinLnBrk="0" hangingPunct="1">
        <a:defRPr sz="1465" kern="1200">
          <a:solidFill>
            <a:schemeClr val="tx1"/>
          </a:solidFill>
          <a:latin typeface="+mn-lt"/>
          <a:ea typeface="+mn-ea"/>
          <a:cs typeface="+mn-cs"/>
        </a:defRPr>
      </a:lvl2pPr>
      <a:lvl3pPr marL="742950" algn="l" defTabSz="742950" rtl="0" eaLnBrk="1" latinLnBrk="0" hangingPunct="1">
        <a:defRPr sz="1465" kern="1200">
          <a:solidFill>
            <a:schemeClr val="tx1"/>
          </a:solidFill>
          <a:latin typeface="+mn-lt"/>
          <a:ea typeface="+mn-ea"/>
          <a:cs typeface="+mn-cs"/>
        </a:defRPr>
      </a:lvl3pPr>
      <a:lvl4pPr marL="1114425" algn="l" defTabSz="742950" rtl="0" eaLnBrk="1" latinLnBrk="0" hangingPunct="1">
        <a:defRPr sz="1465" kern="1200">
          <a:solidFill>
            <a:schemeClr val="tx1"/>
          </a:solidFill>
          <a:latin typeface="+mn-lt"/>
          <a:ea typeface="+mn-ea"/>
          <a:cs typeface="+mn-cs"/>
        </a:defRPr>
      </a:lvl4pPr>
      <a:lvl5pPr marL="1485900" algn="l" defTabSz="742950" rtl="0" eaLnBrk="1" latinLnBrk="0" hangingPunct="1">
        <a:defRPr sz="1465" kern="1200">
          <a:solidFill>
            <a:schemeClr val="tx1"/>
          </a:solidFill>
          <a:latin typeface="+mn-lt"/>
          <a:ea typeface="+mn-ea"/>
          <a:cs typeface="+mn-cs"/>
        </a:defRPr>
      </a:lvl5pPr>
      <a:lvl6pPr marL="1857375" algn="l" defTabSz="742950" rtl="0" eaLnBrk="1" latinLnBrk="0" hangingPunct="1">
        <a:defRPr sz="1465" kern="1200">
          <a:solidFill>
            <a:schemeClr val="tx1"/>
          </a:solidFill>
          <a:latin typeface="+mn-lt"/>
          <a:ea typeface="+mn-ea"/>
          <a:cs typeface="+mn-cs"/>
        </a:defRPr>
      </a:lvl6pPr>
      <a:lvl7pPr marL="2228850" algn="l" defTabSz="742950" rtl="0" eaLnBrk="1" latinLnBrk="0" hangingPunct="1">
        <a:defRPr sz="1465" kern="1200">
          <a:solidFill>
            <a:schemeClr val="tx1"/>
          </a:solidFill>
          <a:latin typeface="+mn-lt"/>
          <a:ea typeface="+mn-ea"/>
          <a:cs typeface="+mn-cs"/>
        </a:defRPr>
      </a:lvl7pPr>
      <a:lvl8pPr marL="2600325" algn="l" defTabSz="742950" rtl="0" eaLnBrk="1" latinLnBrk="0" hangingPunct="1">
        <a:defRPr sz="1465" kern="1200">
          <a:solidFill>
            <a:schemeClr val="tx1"/>
          </a:solidFill>
          <a:latin typeface="+mn-lt"/>
          <a:ea typeface="+mn-ea"/>
          <a:cs typeface="+mn-cs"/>
        </a:defRPr>
      </a:lvl8pPr>
      <a:lvl9pPr marL="2971800" algn="l" defTabSz="742950" rtl="0" eaLnBrk="1" latinLnBrk="0" hangingPunct="1">
        <a:defRPr sz="14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image" Target="../media/image6.png"/><Relationship Id="rId39" Type="http://schemas.openxmlformats.org/officeDocument/2006/relationships/image" Target="../media/image19.jpeg"/><Relationship Id="rId21" Type="http://schemas.openxmlformats.org/officeDocument/2006/relationships/tags" Target="../tags/tag35.xml"/><Relationship Id="rId34" Type="http://schemas.openxmlformats.org/officeDocument/2006/relationships/image" Target="../media/image14.png"/><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0" Type="http://schemas.openxmlformats.org/officeDocument/2006/relationships/tags" Target="../tags/tag34.xml"/><Relationship Id="rId29" Type="http://schemas.openxmlformats.org/officeDocument/2006/relationships/image" Target="../media/image9.png"/><Relationship Id="rId41" Type="http://schemas.openxmlformats.org/officeDocument/2006/relationships/image" Target="../media/image21.pn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image" Target="../media/image12.png"/><Relationship Id="rId37" Type="http://schemas.openxmlformats.org/officeDocument/2006/relationships/image" Target="../media/image17.png"/><Relationship Id="rId40" Type="http://schemas.openxmlformats.org/officeDocument/2006/relationships/image" Target="../media/image20.png"/><Relationship Id="rId5" Type="http://schemas.openxmlformats.org/officeDocument/2006/relationships/tags" Target="../tags/tag19.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image" Target="../media/image8.png"/><Relationship Id="rId36" Type="http://schemas.openxmlformats.org/officeDocument/2006/relationships/image" Target="../media/image16.png"/><Relationship Id="rId10" Type="http://schemas.openxmlformats.org/officeDocument/2006/relationships/tags" Target="../tags/tag24.xml"/><Relationship Id="rId19" Type="http://schemas.openxmlformats.org/officeDocument/2006/relationships/tags" Target="../tags/tag33.xml"/><Relationship Id="rId31" Type="http://schemas.openxmlformats.org/officeDocument/2006/relationships/image" Target="../media/image11.png"/><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image" Target="../media/image7.png"/><Relationship Id="rId30" Type="http://schemas.openxmlformats.org/officeDocument/2006/relationships/image" Target="../media/image10.png"/><Relationship Id="rId35" Type="http://schemas.openxmlformats.org/officeDocument/2006/relationships/image" Target="../media/image15.png"/><Relationship Id="rId8" Type="http://schemas.openxmlformats.org/officeDocument/2006/relationships/tags" Target="../tags/tag22.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slideLayout" Target="../slideLayouts/slideLayout7.xml"/><Relationship Id="rId33" Type="http://schemas.openxmlformats.org/officeDocument/2006/relationships/image" Target="../media/image13.png"/><Relationship Id="rId38" Type="http://schemas.openxmlformats.org/officeDocument/2006/relationships/image" Target="../media/image18.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26.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25.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image" Target="../media/image24.png"/><Relationship Id="rId5" Type="http://schemas.openxmlformats.org/officeDocument/2006/relationships/tags" Target="../tags/tag43.xml"/><Relationship Id="rId10" Type="http://schemas.openxmlformats.org/officeDocument/2006/relationships/image" Target="../media/image23.png"/><Relationship Id="rId4" Type="http://schemas.openxmlformats.org/officeDocument/2006/relationships/tags" Target="../tags/tag42.xml"/><Relationship Id="rId9" Type="http://schemas.openxmlformats.org/officeDocument/2006/relationships/image" Target="../media/image22.png"/><Relationship Id="rId14" Type="http://schemas.openxmlformats.org/officeDocument/2006/relationships/image" Target="../media/image27.png"/></Relationships>
</file>

<file path=ppt/slides/_rels/slide3.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image" Target="../media/image29.png"/><Relationship Id="rId21" Type="http://schemas.openxmlformats.org/officeDocument/2006/relationships/image" Target="../media/image22.png"/><Relationship Id="rId34" Type="http://schemas.openxmlformats.org/officeDocument/2006/relationships/image" Target="../media/image37.png"/><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image" Target="../media/image7.png"/><Relationship Id="rId33" Type="http://schemas.openxmlformats.org/officeDocument/2006/relationships/image" Target="../media/image36.png"/><Relationship Id="rId38" Type="http://schemas.openxmlformats.org/officeDocument/2006/relationships/image" Target="../media/image27.png"/><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slideLayout" Target="../slideLayouts/slideLayout7.xml"/><Relationship Id="rId29" Type="http://schemas.openxmlformats.org/officeDocument/2006/relationships/image" Target="../media/image32.png"/><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image" Target="../media/image28.png"/><Relationship Id="rId32" Type="http://schemas.openxmlformats.org/officeDocument/2006/relationships/image" Target="../media/image35.png"/><Relationship Id="rId37" Type="http://schemas.openxmlformats.org/officeDocument/2006/relationships/image" Target="../media/image26.pn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image" Target="../media/image24.png"/><Relationship Id="rId28" Type="http://schemas.openxmlformats.org/officeDocument/2006/relationships/image" Target="../media/image31.png"/><Relationship Id="rId36" Type="http://schemas.openxmlformats.org/officeDocument/2006/relationships/image" Target="../media/image25.png"/><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image" Target="../media/image34.png"/><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image" Target="../media/image23.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8" Type="http://schemas.openxmlformats.org/officeDocument/2006/relationships/tags" Target="../tags/tag53.xml"/><Relationship Id="rId3" Type="http://schemas.openxmlformats.org/officeDocument/2006/relationships/tags" Target="../tags/tag48.xml"/></Relationships>
</file>

<file path=ppt/slides/_rels/slide4.xml.rels><?xml version="1.0" encoding="UTF-8" standalone="yes"?>
<Relationships xmlns="http://schemas.openxmlformats.org/package/2006/relationships"><Relationship Id="rId13" Type="http://schemas.openxmlformats.org/officeDocument/2006/relationships/tags" Target="../tags/tag77.xml"/><Relationship Id="rId18" Type="http://schemas.openxmlformats.org/officeDocument/2006/relationships/tags" Target="../tags/tag82.xml"/><Relationship Id="rId26" Type="http://schemas.openxmlformats.org/officeDocument/2006/relationships/image" Target="../media/image29.png"/><Relationship Id="rId39" Type="http://schemas.openxmlformats.org/officeDocument/2006/relationships/image" Target="../media/image27.png"/><Relationship Id="rId21" Type="http://schemas.openxmlformats.org/officeDocument/2006/relationships/image" Target="../media/image39.png"/><Relationship Id="rId34" Type="http://schemas.openxmlformats.org/officeDocument/2006/relationships/image" Target="../media/image37.png"/><Relationship Id="rId7" Type="http://schemas.openxmlformats.org/officeDocument/2006/relationships/tags" Target="../tags/tag7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image" Target="../media/image22.png"/><Relationship Id="rId29" Type="http://schemas.openxmlformats.org/officeDocument/2006/relationships/image" Target="../media/image32.png"/><Relationship Id="rId41" Type="http://schemas.openxmlformats.org/officeDocument/2006/relationships/image" Target="../media/image24.png"/><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24" Type="http://schemas.openxmlformats.org/officeDocument/2006/relationships/image" Target="../media/image28.png"/><Relationship Id="rId32" Type="http://schemas.openxmlformats.org/officeDocument/2006/relationships/image" Target="../media/image35.png"/><Relationship Id="rId37" Type="http://schemas.openxmlformats.org/officeDocument/2006/relationships/image" Target="../media/image25.png"/><Relationship Id="rId40" Type="http://schemas.openxmlformats.org/officeDocument/2006/relationships/image" Target="../media/image23.png"/><Relationship Id="rId5" Type="http://schemas.openxmlformats.org/officeDocument/2006/relationships/tags" Target="../tags/tag69.xml"/><Relationship Id="rId15" Type="http://schemas.openxmlformats.org/officeDocument/2006/relationships/tags" Target="../tags/tag79.xml"/><Relationship Id="rId23" Type="http://schemas.openxmlformats.org/officeDocument/2006/relationships/image" Target="../media/image41.png"/><Relationship Id="rId28" Type="http://schemas.openxmlformats.org/officeDocument/2006/relationships/image" Target="../media/image31.png"/><Relationship Id="rId36" Type="http://schemas.openxmlformats.org/officeDocument/2006/relationships/image" Target="../media/image42.png"/><Relationship Id="rId10" Type="http://schemas.openxmlformats.org/officeDocument/2006/relationships/tags" Target="../tags/tag74.xml"/><Relationship Id="rId19" Type="http://schemas.openxmlformats.org/officeDocument/2006/relationships/slideLayout" Target="../slideLayouts/slideLayout7.xml"/><Relationship Id="rId31" Type="http://schemas.openxmlformats.org/officeDocument/2006/relationships/image" Target="../media/image34.png"/><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image" Target="../media/image4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8" Type="http://schemas.openxmlformats.org/officeDocument/2006/relationships/tags" Target="../tags/tag72.xml"/><Relationship Id="rId3" Type="http://schemas.openxmlformats.org/officeDocument/2006/relationships/tags" Target="../tags/tag67.xml"/><Relationship Id="rId12" Type="http://schemas.openxmlformats.org/officeDocument/2006/relationships/tags" Target="../tags/tag76.xml"/><Relationship Id="rId17" Type="http://schemas.openxmlformats.org/officeDocument/2006/relationships/tags" Target="../tags/tag81.xml"/><Relationship Id="rId25" Type="http://schemas.openxmlformats.org/officeDocument/2006/relationships/image" Target="../media/image7.png"/><Relationship Id="rId33" Type="http://schemas.openxmlformats.org/officeDocument/2006/relationships/image" Target="../media/image36.png"/><Relationship Id="rId38" Type="http://schemas.openxmlformats.org/officeDocument/2006/relationships/image" Target="../media/image26.png"/></Relationships>
</file>

<file path=ppt/slides/_rels/slide5.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image" Target="../media/image23.png"/><Relationship Id="rId26" Type="http://schemas.openxmlformats.org/officeDocument/2006/relationships/image" Target="../media/image30.png"/><Relationship Id="rId3" Type="http://schemas.openxmlformats.org/officeDocument/2006/relationships/tags" Target="../tags/tag85.xml"/><Relationship Id="rId21" Type="http://schemas.openxmlformats.org/officeDocument/2006/relationships/image" Target="../media/image40.png"/><Relationship Id="rId34" Type="http://schemas.openxmlformats.org/officeDocument/2006/relationships/image" Target="../media/image26.png"/><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slideLayout" Target="../slideLayouts/slideLayout7.xml"/><Relationship Id="rId25" Type="http://schemas.openxmlformats.org/officeDocument/2006/relationships/image" Target="../media/image29.png"/><Relationship Id="rId33" Type="http://schemas.openxmlformats.org/officeDocument/2006/relationships/image" Target="../media/image38.png"/><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image" Target="../media/image39.png"/><Relationship Id="rId29" Type="http://schemas.openxmlformats.org/officeDocument/2006/relationships/image" Target="../media/image33.png"/><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24" Type="http://schemas.openxmlformats.org/officeDocument/2006/relationships/image" Target="../media/image7.png"/><Relationship Id="rId32" Type="http://schemas.openxmlformats.org/officeDocument/2006/relationships/image" Target="../media/image36.png"/><Relationship Id="rId5" Type="http://schemas.openxmlformats.org/officeDocument/2006/relationships/tags" Target="../tags/tag87.xml"/><Relationship Id="rId15" Type="http://schemas.openxmlformats.org/officeDocument/2006/relationships/tags" Target="../tags/tag97.xml"/><Relationship Id="rId23" Type="http://schemas.openxmlformats.org/officeDocument/2006/relationships/image" Target="../media/image28.png"/><Relationship Id="rId28" Type="http://schemas.openxmlformats.org/officeDocument/2006/relationships/image" Target="../media/image32.png"/><Relationship Id="rId10" Type="http://schemas.openxmlformats.org/officeDocument/2006/relationships/tags" Target="../tags/tag92.xml"/><Relationship Id="rId19" Type="http://schemas.openxmlformats.org/officeDocument/2006/relationships/image" Target="../media/image24.png"/><Relationship Id="rId31" Type="http://schemas.openxmlformats.org/officeDocument/2006/relationships/image" Target="../media/image35.png"/><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 Id="rId22" Type="http://schemas.openxmlformats.org/officeDocument/2006/relationships/image" Target="../media/image41.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43.png"/><Relationship Id="rId8" Type="http://schemas.openxmlformats.org/officeDocument/2006/relationships/tags" Target="../tags/tag9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slideLayout" Target="../slideLayouts/slideLayout7.xml"/><Relationship Id="rId26" Type="http://schemas.openxmlformats.org/officeDocument/2006/relationships/image" Target="../media/image48.png"/><Relationship Id="rId3" Type="http://schemas.openxmlformats.org/officeDocument/2006/relationships/tags" Target="../tags/tag107.xml"/><Relationship Id="rId21" Type="http://schemas.openxmlformats.org/officeDocument/2006/relationships/image" Target="../media/image45.png"/><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tags" Target="../tags/tag121.xml"/><Relationship Id="rId25" Type="http://schemas.openxmlformats.org/officeDocument/2006/relationships/image" Target="../media/image47.png"/><Relationship Id="rId2" Type="http://schemas.openxmlformats.org/officeDocument/2006/relationships/tags" Target="../tags/tag106.xml"/><Relationship Id="rId16" Type="http://schemas.openxmlformats.org/officeDocument/2006/relationships/tags" Target="../tags/tag120.xml"/><Relationship Id="rId20" Type="http://schemas.openxmlformats.org/officeDocument/2006/relationships/image" Target="../media/image44.png"/><Relationship Id="rId29" Type="http://schemas.openxmlformats.org/officeDocument/2006/relationships/image" Target="../media/image9.png"/><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tags" Target="../tags/tag115.xml"/><Relationship Id="rId24" Type="http://schemas.openxmlformats.org/officeDocument/2006/relationships/image" Target="../media/image46.png"/><Relationship Id="rId5" Type="http://schemas.openxmlformats.org/officeDocument/2006/relationships/tags" Target="../tags/tag109.xml"/><Relationship Id="rId15" Type="http://schemas.openxmlformats.org/officeDocument/2006/relationships/tags" Target="../tags/tag119.xml"/><Relationship Id="rId23" Type="http://schemas.openxmlformats.org/officeDocument/2006/relationships/image" Target="../media/image40.png"/><Relationship Id="rId28" Type="http://schemas.openxmlformats.org/officeDocument/2006/relationships/image" Target="../media/image8.png"/><Relationship Id="rId10" Type="http://schemas.openxmlformats.org/officeDocument/2006/relationships/tags" Target="../tags/tag114.xml"/><Relationship Id="rId19" Type="http://schemas.openxmlformats.org/officeDocument/2006/relationships/image" Target="../media/image6.png"/><Relationship Id="rId31" Type="http://schemas.openxmlformats.org/officeDocument/2006/relationships/image" Target="../media/image10.png"/><Relationship Id="rId4" Type="http://schemas.openxmlformats.org/officeDocument/2006/relationships/tags" Target="../tags/tag108.xml"/><Relationship Id="rId9" Type="http://schemas.openxmlformats.org/officeDocument/2006/relationships/tags" Target="../tags/tag113.xml"/><Relationship Id="rId14" Type="http://schemas.openxmlformats.org/officeDocument/2006/relationships/tags" Target="../tags/tag118.xml"/><Relationship Id="rId22" Type="http://schemas.openxmlformats.org/officeDocument/2006/relationships/image" Target="../media/image41.png"/><Relationship Id="rId27" Type="http://schemas.openxmlformats.org/officeDocument/2006/relationships/image" Target="../media/image7.png"/><Relationship Id="rId30" Type="http://schemas.openxmlformats.org/officeDocument/2006/relationships/image" Target="../media/image11.png"/></Relationships>
</file>

<file path=ppt/slides/_rels/slide16.xml.rels><?xml version="1.0" encoding="UTF-8" standalone="yes"?>
<Relationships xmlns="http://schemas.openxmlformats.org/package/2006/relationships"><Relationship Id="rId13" Type="http://schemas.openxmlformats.org/officeDocument/2006/relationships/tags" Target="../tags/tag134.xml"/><Relationship Id="rId18" Type="http://schemas.openxmlformats.org/officeDocument/2006/relationships/tags" Target="../tags/tag139.xml"/><Relationship Id="rId26" Type="http://schemas.openxmlformats.org/officeDocument/2006/relationships/image" Target="../media/image40.png"/><Relationship Id="rId21" Type="http://schemas.openxmlformats.org/officeDocument/2006/relationships/tags" Target="../tags/tag142.xml"/><Relationship Id="rId34" Type="http://schemas.openxmlformats.org/officeDocument/2006/relationships/image" Target="../media/image12.png"/><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5" Type="http://schemas.openxmlformats.org/officeDocument/2006/relationships/image" Target="../media/image41.png"/><Relationship Id="rId33" Type="http://schemas.openxmlformats.org/officeDocument/2006/relationships/image" Target="../media/image11.png"/><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tags" Target="../tags/tag141.xml"/><Relationship Id="rId29" Type="http://schemas.openxmlformats.org/officeDocument/2006/relationships/image" Target="../media/image48.pn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24" Type="http://schemas.openxmlformats.org/officeDocument/2006/relationships/image" Target="../media/image6.png"/><Relationship Id="rId32" Type="http://schemas.openxmlformats.org/officeDocument/2006/relationships/image" Target="../media/image10.png"/><Relationship Id="rId37" Type="http://schemas.openxmlformats.org/officeDocument/2006/relationships/image" Target="../media/image15.png"/><Relationship Id="rId5" Type="http://schemas.openxmlformats.org/officeDocument/2006/relationships/tags" Target="../tags/tag126.xml"/><Relationship Id="rId15" Type="http://schemas.openxmlformats.org/officeDocument/2006/relationships/tags" Target="../tags/tag136.xml"/><Relationship Id="rId23" Type="http://schemas.openxmlformats.org/officeDocument/2006/relationships/slideLayout" Target="../slideLayouts/slideLayout7.xml"/><Relationship Id="rId28" Type="http://schemas.openxmlformats.org/officeDocument/2006/relationships/image" Target="../media/image47.png"/><Relationship Id="rId36" Type="http://schemas.openxmlformats.org/officeDocument/2006/relationships/image" Target="../media/image14.png"/><Relationship Id="rId10" Type="http://schemas.openxmlformats.org/officeDocument/2006/relationships/tags" Target="../tags/tag131.xml"/><Relationship Id="rId19" Type="http://schemas.openxmlformats.org/officeDocument/2006/relationships/tags" Target="../tags/tag140.xml"/><Relationship Id="rId31" Type="http://schemas.openxmlformats.org/officeDocument/2006/relationships/image" Target="../media/image8.png"/><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tags" Target="../tags/tag143.xml"/><Relationship Id="rId27" Type="http://schemas.openxmlformats.org/officeDocument/2006/relationships/image" Target="../media/image46.png"/><Relationship Id="rId30" Type="http://schemas.openxmlformats.org/officeDocument/2006/relationships/image" Target="../media/image7.png"/><Relationship Id="rId35" Type="http://schemas.openxmlformats.org/officeDocument/2006/relationships/image" Target="../media/image13.png"/><Relationship Id="rId8" Type="http://schemas.openxmlformats.org/officeDocument/2006/relationships/tags" Target="../tags/tag129.xml"/><Relationship Id="rId3" Type="http://schemas.openxmlformats.org/officeDocument/2006/relationships/tags" Target="../tags/tag124.xml"/></Relationships>
</file>

<file path=ppt/slides/_rels/slide17.xml.rels><?xml version="1.0" encoding="UTF-8" standalone="yes"?>
<Relationships xmlns="http://schemas.openxmlformats.org/package/2006/relationships"><Relationship Id="rId13" Type="http://schemas.openxmlformats.org/officeDocument/2006/relationships/tags" Target="../tags/tag156.xml"/><Relationship Id="rId18" Type="http://schemas.openxmlformats.org/officeDocument/2006/relationships/tags" Target="../tags/tag161.xml"/><Relationship Id="rId26" Type="http://schemas.openxmlformats.org/officeDocument/2006/relationships/image" Target="../media/image16.png"/><Relationship Id="rId3" Type="http://schemas.openxmlformats.org/officeDocument/2006/relationships/tags" Target="../tags/tag146.xml"/><Relationship Id="rId21" Type="http://schemas.openxmlformats.org/officeDocument/2006/relationships/image" Target="../media/image6.png"/><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5" Type="http://schemas.openxmlformats.org/officeDocument/2006/relationships/image" Target="../media/image15.png"/><Relationship Id="rId33" Type="http://schemas.openxmlformats.org/officeDocument/2006/relationships/image" Target="../media/image50.png"/><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slideLayout" Target="../slideLayouts/slideLayout7.xml"/><Relationship Id="rId29" Type="http://schemas.openxmlformats.org/officeDocument/2006/relationships/image" Target="../media/image20.png"/><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image" Target="../media/image14.png"/><Relationship Id="rId32" Type="http://schemas.openxmlformats.org/officeDocument/2006/relationships/image" Target="../media/image49.png"/><Relationship Id="rId5" Type="http://schemas.openxmlformats.org/officeDocument/2006/relationships/tags" Target="../tags/tag148.xml"/><Relationship Id="rId15" Type="http://schemas.openxmlformats.org/officeDocument/2006/relationships/tags" Target="../tags/tag158.xml"/><Relationship Id="rId23" Type="http://schemas.openxmlformats.org/officeDocument/2006/relationships/image" Target="../media/image13.png"/><Relationship Id="rId28" Type="http://schemas.openxmlformats.org/officeDocument/2006/relationships/image" Target="../media/image18.png"/><Relationship Id="rId10" Type="http://schemas.openxmlformats.org/officeDocument/2006/relationships/tags" Target="../tags/tag153.xml"/><Relationship Id="rId19" Type="http://schemas.openxmlformats.org/officeDocument/2006/relationships/tags" Target="../tags/tag162.xml"/><Relationship Id="rId31" Type="http://schemas.openxmlformats.org/officeDocument/2006/relationships/image" Target="../media/image21.png"/><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 Id="rId22" Type="http://schemas.openxmlformats.org/officeDocument/2006/relationships/image" Target="../media/image12.png"/><Relationship Id="rId27" Type="http://schemas.openxmlformats.org/officeDocument/2006/relationships/image" Target="../media/image17.png"/><Relationship Id="rId30" Type="http://schemas.openxmlformats.org/officeDocument/2006/relationships/image" Target="../media/image19.jpeg"/><Relationship Id="rId8" Type="http://schemas.openxmlformats.org/officeDocument/2006/relationships/tags" Target="../tags/tag151.xml"/></Relationships>
</file>

<file path=ppt/slides/_rels/slide18.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slideLayout" Target="../slideLayouts/slideLayout7.xml"/><Relationship Id="rId26" Type="http://schemas.openxmlformats.org/officeDocument/2006/relationships/image" Target="../media/image18.png"/><Relationship Id="rId3" Type="http://schemas.openxmlformats.org/officeDocument/2006/relationships/tags" Target="../tags/tag165.xml"/><Relationship Id="rId21" Type="http://schemas.openxmlformats.org/officeDocument/2006/relationships/image" Target="../media/image13.png"/><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5" Type="http://schemas.openxmlformats.org/officeDocument/2006/relationships/image" Target="../media/image17.png"/><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image" Target="../media/image12.png"/><Relationship Id="rId29" Type="http://schemas.openxmlformats.org/officeDocument/2006/relationships/image" Target="../media/image21.png"/><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24" Type="http://schemas.openxmlformats.org/officeDocument/2006/relationships/image" Target="../media/image16.png"/><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image" Target="../media/image15.png"/><Relationship Id="rId28" Type="http://schemas.openxmlformats.org/officeDocument/2006/relationships/image" Target="../media/image19.jpeg"/><Relationship Id="rId10" Type="http://schemas.openxmlformats.org/officeDocument/2006/relationships/tags" Target="../tags/tag172.xml"/><Relationship Id="rId19" Type="http://schemas.openxmlformats.org/officeDocument/2006/relationships/image" Target="../media/image6.png"/><Relationship Id="rId31" Type="http://schemas.openxmlformats.org/officeDocument/2006/relationships/image" Target="../media/image50.png"/><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image" Target="../media/image14.png"/><Relationship Id="rId27" Type="http://schemas.openxmlformats.org/officeDocument/2006/relationships/image" Target="../media/image20.png"/><Relationship Id="rId30"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tags" Target="../tags/tag187.xml"/><Relationship Id="rId13" Type="http://schemas.openxmlformats.org/officeDocument/2006/relationships/image" Target="../media/image51.png"/><Relationship Id="rId18" Type="http://schemas.openxmlformats.org/officeDocument/2006/relationships/image" Target="../media/image49.png"/><Relationship Id="rId3" Type="http://schemas.openxmlformats.org/officeDocument/2006/relationships/tags" Target="../tags/tag182.xml"/><Relationship Id="rId7" Type="http://schemas.openxmlformats.org/officeDocument/2006/relationships/tags" Target="../tags/tag186.xml"/><Relationship Id="rId12" Type="http://schemas.openxmlformats.org/officeDocument/2006/relationships/slideLayout" Target="../slideLayouts/slideLayout7.xml"/><Relationship Id="rId17" Type="http://schemas.openxmlformats.org/officeDocument/2006/relationships/image" Target="../media/image55.png"/><Relationship Id="rId2" Type="http://schemas.openxmlformats.org/officeDocument/2006/relationships/tags" Target="../tags/tag181.xml"/><Relationship Id="rId16" Type="http://schemas.openxmlformats.org/officeDocument/2006/relationships/image" Target="../media/image54.png"/><Relationship Id="rId20" Type="http://schemas.openxmlformats.org/officeDocument/2006/relationships/image" Target="../media/image21.png"/><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tags" Target="../tags/tag190.xml"/><Relationship Id="rId5" Type="http://schemas.openxmlformats.org/officeDocument/2006/relationships/tags" Target="../tags/tag184.xml"/><Relationship Id="rId15" Type="http://schemas.openxmlformats.org/officeDocument/2006/relationships/image" Target="../media/image53.png"/><Relationship Id="rId10" Type="http://schemas.openxmlformats.org/officeDocument/2006/relationships/tags" Target="../tags/tag189.xml"/><Relationship Id="rId19" Type="http://schemas.openxmlformats.org/officeDocument/2006/relationships/image" Target="../media/image50.png"/><Relationship Id="rId4" Type="http://schemas.openxmlformats.org/officeDocument/2006/relationships/tags" Target="../tags/tag183.xml"/><Relationship Id="rId9" Type="http://schemas.openxmlformats.org/officeDocument/2006/relationships/tags" Target="../tags/tag188.xml"/><Relationship Id="rId14" Type="http://schemas.openxmlformats.org/officeDocument/2006/relationships/image" Target="../media/image52.png"/></Relationships>
</file>

<file path=ppt/slides/_rels/slide20.xml.rels><?xml version="1.0" encoding="UTF-8" standalone="yes"?>
<Relationships xmlns="http://schemas.openxmlformats.org/package/2006/relationships"><Relationship Id="rId8" Type="http://schemas.openxmlformats.org/officeDocument/2006/relationships/tags" Target="../tags/tag198.xml"/><Relationship Id="rId13" Type="http://schemas.openxmlformats.org/officeDocument/2006/relationships/slideLayout" Target="../slideLayouts/slideLayout7.xml"/><Relationship Id="rId18" Type="http://schemas.openxmlformats.org/officeDocument/2006/relationships/image" Target="../media/image50.png"/><Relationship Id="rId3" Type="http://schemas.openxmlformats.org/officeDocument/2006/relationships/tags" Target="../tags/tag193.xml"/><Relationship Id="rId7" Type="http://schemas.openxmlformats.org/officeDocument/2006/relationships/tags" Target="../tags/tag197.xml"/><Relationship Id="rId12" Type="http://schemas.openxmlformats.org/officeDocument/2006/relationships/tags" Target="../tags/tag202.xml"/><Relationship Id="rId17" Type="http://schemas.openxmlformats.org/officeDocument/2006/relationships/image" Target="../media/image49.png"/><Relationship Id="rId2" Type="http://schemas.openxmlformats.org/officeDocument/2006/relationships/tags" Target="../tags/tag192.xml"/><Relationship Id="rId16" Type="http://schemas.openxmlformats.org/officeDocument/2006/relationships/image" Target="../media/image53.png"/><Relationship Id="rId20" Type="http://schemas.openxmlformats.org/officeDocument/2006/relationships/image" Target="../media/image21.png"/><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tags" Target="../tags/tag201.xml"/><Relationship Id="rId5" Type="http://schemas.openxmlformats.org/officeDocument/2006/relationships/tags" Target="../tags/tag195.xml"/><Relationship Id="rId15" Type="http://schemas.openxmlformats.org/officeDocument/2006/relationships/image" Target="../media/image52.png"/><Relationship Id="rId10" Type="http://schemas.openxmlformats.org/officeDocument/2006/relationships/tags" Target="../tags/tag200.xml"/><Relationship Id="rId19" Type="http://schemas.openxmlformats.org/officeDocument/2006/relationships/image" Target="../media/image55.png"/><Relationship Id="rId4" Type="http://schemas.openxmlformats.org/officeDocument/2006/relationships/tags" Target="../tags/tag194.xml"/><Relationship Id="rId9" Type="http://schemas.openxmlformats.org/officeDocument/2006/relationships/tags" Target="../tags/tag199.xml"/><Relationship Id="rId1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tags" Target="../tags/tag205.xml"/><Relationship Id="rId7" Type="http://schemas.openxmlformats.org/officeDocument/2006/relationships/image" Target="../media/image57.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56.jpeg"/><Relationship Id="rId5" Type="http://schemas.openxmlformats.org/officeDocument/2006/relationships/slideLayout" Target="../slideLayouts/slideLayout7.xml"/><Relationship Id="rId4" Type="http://schemas.openxmlformats.org/officeDocument/2006/relationships/tags" Target="../tags/tag206.xm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层 1"/>
          <p:cNvPicPr>
            <a:picLocks noChangeAspect="1"/>
          </p:cNvPicPr>
          <p:nvPr/>
        </p:nvPicPr>
        <p:blipFill>
          <a:blip r:embed="rId26"/>
          <a:stretch>
            <a:fillRect/>
          </a:stretch>
        </p:blipFill>
        <p:spPr>
          <a:xfrm>
            <a:off x="-46744" y="-12065"/>
            <a:ext cx="12191365" cy="6857365"/>
          </a:xfrm>
          <a:prstGeom prst="rect">
            <a:avLst/>
          </a:prstGeom>
        </p:spPr>
      </p:pic>
      <p:pic>
        <p:nvPicPr>
          <p:cNvPr id="30" name="图片 29" descr="a_bg_Hydro.015af75a."/>
          <p:cNvPicPr>
            <a:picLocks noChangeAspect="1"/>
          </p:cNvPicPr>
          <p:nvPr>
            <p:custDataLst>
              <p:tags r:id="rId1"/>
            </p:custDataLst>
          </p:nvPr>
        </p:nvPicPr>
        <p:blipFill>
          <a:blip r:embed="rId27"/>
          <a:srcRect t="35143" b="48145"/>
          <a:stretch>
            <a:fillRect/>
          </a:stretch>
        </p:blipFill>
        <p:spPr>
          <a:xfrm>
            <a:off x="-8393430" y="3681730"/>
            <a:ext cx="7981315" cy="2734310"/>
          </a:xfrm>
          <a:prstGeom prst="rect">
            <a:avLst/>
          </a:prstGeom>
        </p:spPr>
      </p:pic>
      <p:pic>
        <p:nvPicPr>
          <p:cNvPr id="23" name="图片 22" descr="图层 8"/>
          <p:cNvPicPr>
            <a:picLocks noChangeAspect="1"/>
          </p:cNvPicPr>
          <p:nvPr>
            <p:custDataLst>
              <p:tags r:id="rId2"/>
            </p:custDataLst>
          </p:nvPr>
        </p:nvPicPr>
        <p:blipFill>
          <a:blip r:embed="rId28">
            <a:alphaModFix amt="70000"/>
          </a:blip>
          <a:stretch>
            <a:fillRect/>
          </a:stretch>
        </p:blipFill>
        <p:spPr>
          <a:xfrm rot="16200000" flipH="1" flipV="1">
            <a:off x="-8112125" y="4650105"/>
            <a:ext cx="1586230" cy="2106295"/>
          </a:xfrm>
          <a:prstGeom prst="rect">
            <a:avLst/>
          </a:prstGeom>
        </p:spPr>
      </p:pic>
      <p:sp>
        <p:nvSpPr>
          <p:cNvPr id="24" name="矩形 23"/>
          <p:cNvSpPr/>
          <p:nvPr>
            <p:custDataLst>
              <p:tags r:id="rId3"/>
            </p:custDataLst>
          </p:nvPr>
        </p:nvSpPr>
        <p:spPr>
          <a:xfrm>
            <a:off x="13101320" y="193675"/>
            <a:ext cx="866775" cy="1884045"/>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descr="a_bg_Hydro.015af75a."/>
          <p:cNvPicPr>
            <a:picLocks noChangeAspect="1"/>
          </p:cNvPicPr>
          <p:nvPr>
            <p:custDataLst>
              <p:tags r:id="rId4"/>
            </p:custDataLst>
          </p:nvPr>
        </p:nvPicPr>
        <p:blipFill>
          <a:blip r:embed="rId27"/>
          <a:srcRect t="33356" b="48145"/>
          <a:stretch>
            <a:fillRect/>
          </a:stretch>
        </p:blipFill>
        <p:spPr>
          <a:xfrm flipV="1">
            <a:off x="-8362315" y="193675"/>
            <a:ext cx="7950200" cy="3014980"/>
          </a:xfrm>
          <a:prstGeom prst="rect">
            <a:avLst/>
          </a:prstGeom>
        </p:spPr>
      </p:pic>
      <p:pic>
        <p:nvPicPr>
          <p:cNvPr id="27" name="图片 26" descr="图层 9"/>
          <p:cNvPicPr>
            <a:picLocks noChangeAspect="1"/>
          </p:cNvPicPr>
          <p:nvPr>
            <p:custDataLst>
              <p:tags r:id="rId5"/>
            </p:custDataLst>
          </p:nvPr>
        </p:nvPicPr>
        <p:blipFill>
          <a:blip r:embed="rId29"/>
          <a:stretch>
            <a:fillRect/>
          </a:stretch>
        </p:blipFill>
        <p:spPr>
          <a:xfrm>
            <a:off x="-2259965" y="465455"/>
            <a:ext cx="1857375" cy="2743200"/>
          </a:xfrm>
          <a:prstGeom prst="rect">
            <a:avLst/>
          </a:prstGeom>
        </p:spPr>
      </p:pic>
      <p:sp>
        <p:nvSpPr>
          <p:cNvPr id="35" name="矩形 34"/>
          <p:cNvSpPr/>
          <p:nvPr>
            <p:custDataLst>
              <p:tags r:id="rId6"/>
            </p:custDataLst>
          </p:nvPr>
        </p:nvSpPr>
        <p:spPr>
          <a:xfrm>
            <a:off x="13101320" y="267462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stamp_5.20eb7ba5."/>
          <p:cNvPicPr>
            <a:picLocks noChangeAspect="1"/>
          </p:cNvPicPr>
          <p:nvPr>
            <p:custDataLst>
              <p:tags r:id="rId7"/>
            </p:custDataLst>
          </p:nvPr>
        </p:nvPicPr>
        <p:blipFill>
          <a:blip r:embed="rId30"/>
          <a:srcRect l="6896" t="4120" r="6000" b="5264"/>
          <a:stretch>
            <a:fillRect/>
          </a:stretch>
        </p:blipFill>
        <p:spPr>
          <a:xfrm>
            <a:off x="13796010" y="2784475"/>
            <a:ext cx="2259330" cy="3631565"/>
          </a:xfrm>
          <a:prstGeom prst="rect">
            <a:avLst/>
          </a:prstGeom>
        </p:spPr>
      </p:pic>
      <p:pic>
        <p:nvPicPr>
          <p:cNvPr id="36" name="图片 35" descr="loading_top_cloud.17895bb3."/>
          <p:cNvPicPr>
            <a:picLocks noChangeAspect="1"/>
          </p:cNvPicPr>
          <p:nvPr>
            <p:custDataLst>
              <p:tags r:id="rId8"/>
            </p:custDataLst>
          </p:nvPr>
        </p:nvPicPr>
        <p:blipFill>
          <a:blip r:embed="rId31">
            <a:alphaModFix amt="51000"/>
          </a:blip>
          <a:stretch>
            <a:fillRect/>
          </a:stretch>
        </p:blipFill>
        <p:spPr>
          <a:xfrm>
            <a:off x="-8404225" y="0"/>
            <a:ext cx="6697345" cy="2321560"/>
          </a:xfrm>
          <a:prstGeom prst="rect">
            <a:avLst/>
          </a:prstGeom>
        </p:spPr>
      </p:pic>
      <p:pic>
        <p:nvPicPr>
          <p:cNvPr id="37" name="图片 36" descr="loading_top_cloud.17895bb3."/>
          <p:cNvPicPr>
            <a:picLocks noChangeAspect="1"/>
          </p:cNvPicPr>
          <p:nvPr>
            <p:custDataLst>
              <p:tags r:id="rId9"/>
            </p:custDataLst>
          </p:nvPr>
        </p:nvPicPr>
        <p:blipFill>
          <a:blip r:embed="rId31">
            <a:alphaModFix amt="51000"/>
          </a:blip>
          <a:stretch>
            <a:fillRect/>
          </a:stretch>
        </p:blipFill>
        <p:spPr>
          <a:xfrm flipH="1" flipV="1">
            <a:off x="12373610" y="4714240"/>
            <a:ext cx="6697345" cy="2321560"/>
          </a:xfrm>
          <a:prstGeom prst="rect">
            <a:avLst/>
          </a:prstGeom>
        </p:spPr>
      </p:pic>
      <p:pic>
        <p:nvPicPr>
          <p:cNvPr id="4" name="图片 3" descr="bg.6b670190."/>
          <p:cNvPicPr>
            <a:picLocks noChangeAspect="1"/>
          </p:cNvPicPr>
          <p:nvPr>
            <p:custDataLst>
              <p:tags r:id="rId10"/>
            </p:custDataLst>
          </p:nvPr>
        </p:nvPicPr>
        <p:blipFill>
          <a:blip r:embed="rId32"/>
          <a:stretch>
            <a:fillRect/>
          </a:stretch>
        </p:blipFill>
        <p:spPr>
          <a:xfrm rot="10800000">
            <a:off x="-28314" y="799147"/>
            <a:ext cx="12192000" cy="5048885"/>
          </a:xfrm>
          <a:prstGeom prst="rect">
            <a:avLst/>
          </a:prstGeom>
        </p:spPr>
      </p:pic>
      <p:pic>
        <p:nvPicPr>
          <p:cNvPr id="3" name="图片 2" descr="btn_cancel.28b0687a."/>
          <p:cNvPicPr>
            <a:picLocks noChangeAspect="1"/>
          </p:cNvPicPr>
          <p:nvPr>
            <p:custDataLst>
              <p:tags r:id="rId11"/>
            </p:custDataLst>
          </p:nvPr>
        </p:nvPicPr>
        <p:blipFill>
          <a:blip r:embed="rId33"/>
          <a:stretch>
            <a:fillRect/>
          </a:stretch>
        </p:blipFill>
        <p:spPr>
          <a:xfrm rot="240000">
            <a:off x="8251015" y="5616627"/>
            <a:ext cx="4010025" cy="1219200"/>
          </a:xfrm>
          <a:prstGeom prst="rect">
            <a:avLst/>
          </a:prstGeom>
        </p:spPr>
      </p:pic>
      <p:pic>
        <p:nvPicPr>
          <p:cNvPr id="8" name="图片 7" descr="66"/>
          <p:cNvPicPr>
            <a:picLocks noChangeAspect="1"/>
          </p:cNvPicPr>
          <p:nvPr/>
        </p:nvPicPr>
        <p:blipFill>
          <a:blip r:embed="rId34"/>
          <a:srcRect r="19808"/>
          <a:stretch>
            <a:fillRect/>
          </a:stretch>
        </p:blipFill>
        <p:spPr>
          <a:xfrm>
            <a:off x="9005570" y="2702560"/>
            <a:ext cx="2390775" cy="3457575"/>
          </a:xfrm>
          <a:prstGeom prst="rect">
            <a:avLst/>
          </a:prstGeom>
        </p:spPr>
      </p:pic>
      <p:sp>
        <p:nvSpPr>
          <p:cNvPr id="28" name="文本框 27"/>
          <p:cNvSpPr txBox="1"/>
          <p:nvPr>
            <p:custDataLst>
              <p:tags r:id="rId12"/>
            </p:custDataLst>
          </p:nvPr>
        </p:nvSpPr>
        <p:spPr>
          <a:xfrm>
            <a:off x="702945" y="5401310"/>
            <a:ext cx="1518285" cy="1014730"/>
          </a:xfrm>
          <a:prstGeom prst="rect">
            <a:avLst/>
          </a:prstGeom>
          <a:noFill/>
        </p:spPr>
        <p:txBody>
          <a:bodyPr wrap="square" rtlCol="0">
            <a:spAutoFit/>
          </a:bodyPr>
          <a:lstStyle/>
          <a:p>
            <a:r>
              <a:rPr lang="en-US" altLang="zh-CN" sz="6000" dirty="0">
                <a:solidFill>
                  <a:schemeClr val="bg1"/>
                </a:solidFill>
                <a:latin typeface="Goudy Stout" panose="0202090407030B020401" charset="0"/>
                <a:cs typeface="Goudy Stout" panose="0202090407030B020401" charset="0"/>
              </a:rPr>
              <a:t>0</a:t>
            </a:r>
          </a:p>
        </p:txBody>
      </p:sp>
      <p:pic>
        <p:nvPicPr>
          <p:cNvPr id="11" name="图片 10" descr="loading_icon_progress.6466d0e7."/>
          <p:cNvPicPr>
            <a:picLocks noChangeAspect="1"/>
          </p:cNvPicPr>
          <p:nvPr/>
        </p:nvPicPr>
        <p:blipFill>
          <a:blip r:embed="rId35">
            <a:alphaModFix amt="49000"/>
          </a:blip>
          <a:stretch>
            <a:fillRect/>
          </a:stretch>
        </p:blipFill>
        <p:spPr>
          <a:xfrm>
            <a:off x="1462087" y="1472883"/>
            <a:ext cx="3060700" cy="3962400"/>
          </a:xfrm>
          <a:prstGeom prst="rect">
            <a:avLst/>
          </a:prstGeom>
        </p:spPr>
      </p:pic>
      <p:sp>
        <p:nvSpPr>
          <p:cNvPr id="15" name="文本框 14"/>
          <p:cNvSpPr txBox="1"/>
          <p:nvPr>
            <p:custDataLst>
              <p:tags r:id="rId13"/>
            </p:custDataLst>
          </p:nvPr>
        </p:nvSpPr>
        <p:spPr>
          <a:xfrm>
            <a:off x="4541217" y="2031031"/>
            <a:ext cx="3649753" cy="1422954"/>
          </a:xfrm>
          <a:prstGeom prst="rect">
            <a:avLst/>
          </a:prstGeom>
          <a:noFill/>
        </p:spPr>
        <p:txBody>
          <a:bodyPr wrap="square" rtlCol="0">
            <a:spAutoFit/>
          </a:bodyPr>
          <a:lstStyle/>
          <a:p>
            <a:pPr>
              <a:lnSpc>
                <a:spcPct val="150000"/>
              </a:lnSpc>
            </a:pPr>
            <a:r>
              <a:rPr lang="zh-CN" altLang="en-US" sz="2000" b="1" dirty="0">
                <a:solidFill>
                  <a:srgbClr val="687DB0"/>
                </a:solidFill>
                <a:latin typeface="仓耳舒圆体 W03" panose="02020400000000000000" charset="-122"/>
                <a:ea typeface="仓耳舒圆体 W03" panose="02020400000000000000" charset="-122"/>
              </a:rPr>
              <a:t>刘靖雯 </a:t>
            </a:r>
            <a:r>
              <a:rPr lang="en-US" altLang="zh-CN" sz="2000" b="1" dirty="0">
                <a:solidFill>
                  <a:srgbClr val="687DB0"/>
                </a:solidFill>
                <a:latin typeface="仓耳舒圆体 W03" panose="02020400000000000000" charset="-122"/>
                <a:ea typeface="仓耳舒圆体 W03" panose="02020400000000000000" charset="-122"/>
              </a:rPr>
              <a:t>24122170033</a:t>
            </a:r>
          </a:p>
          <a:p>
            <a:pPr>
              <a:lnSpc>
                <a:spcPct val="150000"/>
              </a:lnSpc>
            </a:pPr>
            <a:r>
              <a:rPr lang="zh-CN" altLang="en-US" sz="2000" b="1" dirty="0">
                <a:solidFill>
                  <a:srgbClr val="687DB0"/>
                </a:solidFill>
                <a:latin typeface="仓耳舒圆体 W03" panose="02020400000000000000" charset="-122"/>
                <a:ea typeface="仓耳舒圆体 W03" panose="02020400000000000000" charset="-122"/>
              </a:rPr>
              <a:t>曲顺宇 </a:t>
            </a:r>
            <a:r>
              <a:rPr lang="en-US" altLang="zh-CN" sz="2000" b="1" dirty="0">
                <a:solidFill>
                  <a:srgbClr val="687DB0"/>
                </a:solidFill>
                <a:latin typeface="仓耳舒圆体 W03" panose="02020400000000000000" charset="-122"/>
                <a:ea typeface="仓耳舒圆体 W03" panose="02020400000000000000" charset="-122"/>
              </a:rPr>
              <a:t>23110402017</a:t>
            </a:r>
          </a:p>
          <a:p>
            <a:pPr>
              <a:lnSpc>
                <a:spcPct val="150000"/>
              </a:lnSpc>
            </a:pPr>
            <a:r>
              <a:rPr lang="zh-CN" altLang="en-US" sz="2000" b="1" dirty="0">
                <a:solidFill>
                  <a:srgbClr val="687DB0"/>
                </a:solidFill>
                <a:latin typeface="仓耳舒圆体 W03" panose="02020400000000000000" charset="-122"/>
                <a:ea typeface="仓耳舒圆体 W03" panose="02020400000000000000" charset="-122"/>
              </a:rPr>
              <a:t>周衍彬 </a:t>
            </a:r>
            <a:r>
              <a:rPr lang="en-US" altLang="zh-CN" sz="2000" b="1" dirty="0">
                <a:solidFill>
                  <a:srgbClr val="687DB0"/>
                </a:solidFill>
                <a:latin typeface="仓耳舒圆体 W03" panose="02020400000000000000" charset="-122"/>
                <a:ea typeface="仓耳舒圆体 W03" panose="02020400000000000000" charset="-122"/>
              </a:rPr>
              <a:t>24110402008</a:t>
            </a:r>
            <a:endParaRPr sz="2000" b="1" dirty="0">
              <a:solidFill>
                <a:srgbClr val="687DB0"/>
              </a:solidFill>
              <a:latin typeface="仓耳舒圆体 W03" panose="02020400000000000000" charset="-122"/>
              <a:ea typeface="仓耳舒圆体 W03" panose="02020400000000000000" charset="-122"/>
            </a:endParaRPr>
          </a:p>
        </p:txBody>
      </p:sp>
      <p:sp>
        <p:nvSpPr>
          <p:cNvPr id="18" name="文本框 17"/>
          <p:cNvSpPr txBox="1"/>
          <p:nvPr>
            <p:custDataLst>
              <p:tags r:id="rId14"/>
            </p:custDataLst>
          </p:nvPr>
        </p:nvSpPr>
        <p:spPr>
          <a:xfrm>
            <a:off x="3865880" y="5234753"/>
            <a:ext cx="4460240" cy="1749425"/>
          </a:xfrm>
          <a:prstGeom prst="rect">
            <a:avLst/>
          </a:prstGeom>
          <a:noFill/>
        </p:spPr>
        <p:txBody>
          <a:bodyPr wrap="square" rtlCol="0">
            <a:noAutofit/>
          </a:bodyPr>
          <a:lstStyle/>
          <a:p>
            <a:pPr>
              <a:lnSpc>
                <a:spcPct val="150000"/>
              </a:lnSpc>
            </a:pPr>
            <a:endParaRPr sz="1400" b="1" dirty="0">
              <a:solidFill>
                <a:srgbClr val="687DB0"/>
              </a:solidFill>
              <a:latin typeface="仓耳舒圆体 W03" panose="02020400000000000000" charset="-122"/>
              <a:ea typeface="仓耳舒圆体 W03" panose="02020400000000000000" charset="-122"/>
            </a:endParaRPr>
          </a:p>
        </p:txBody>
      </p:sp>
      <p:sp>
        <p:nvSpPr>
          <p:cNvPr id="29" name="矩形 28"/>
          <p:cNvSpPr/>
          <p:nvPr>
            <p:custDataLst>
              <p:tags r:id="rId15"/>
            </p:custDataLst>
          </p:nvPr>
        </p:nvSpPr>
        <p:spPr>
          <a:xfrm>
            <a:off x="-412115" y="7103110"/>
            <a:ext cx="2002790" cy="123698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descr="bg_award.c9e74769."/>
          <p:cNvPicPr>
            <a:picLocks noChangeAspect="1"/>
          </p:cNvPicPr>
          <p:nvPr>
            <p:custDataLst>
              <p:tags r:id="rId16"/>
            </p:custDataLst>
          </p:nvPr>
        </p:nvPicPr>
        <p:blipFill>
          <a:blip r:embed="rId36"/>
          <a:stretch>
            <a:fillRect/>
          </a:stretch>
        </p:blipFill>
        <p:spPr>
          <a:xfrm>
            <a:off x="-35560" y="8597900"/>
            <a:ext cx="12353290" cy="7663815"/>
          </a:xfrm>
          <a:prstGeom prst="rect">
            <a:avLst/>
          </a:prstGeom>
        </p:spPr>
      </p:pic>
      <p:sp>
        <p:nvSpPr>
          <p:cNvPr id="33" name="矩形 32"/>
          <p:cNvSpPr/>
          <p:nvPr>
            <p:custDataLst>
              <p:tags r:id="rId17"/>
            </p:custDataLst>
          </p:nvPr>
        </p:nvSpPr>
        <p:spPr>
          <a:xfrm>
            <a:off x="8014970" y="13681710"/>
            <a:ext cx="1889125"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cilun_d.69fe6e42."/>
          <p:cNvPicPr>
            <a:picLocks noChangeAspect="1"/>
          </p:cNvPicPr>
          <p:nvPr>
            <p:custDataLst>
              <p:tags r:id="rId18"/>
            </p:custDataLst>
          </p:nvPr>
        </p:nvPicPr>
        <p:blipFill>
          <a:blip r:embed="rId37"/>
          <a:stretch>
            <a:fillRect/>
          </a:stretch>
        </p:blipFill>
        <p:spPr>
          <a:xfrm>
            <a:off x="9170670" y="12438380"/>
            <a:ext cx="2286000" cy="2297430"/>
          </a:xfrm>
          <a:prstGeom prst="rect">
            <a:avLst/>
          </a:prstGeom>
        </p:spPr>
      </p:pic>
      <p:pic>
        <p:nvPicPr>
          <p:cNvPr id="42" name="图片 41" descr="cilun_ss.2be77af0."/>
          <p:cNvPicPr>
            <a:picLocks noChangeAspect="1"/>
          </p:cNvPicPr>
          <p:nvPr>
            <p:custDataLst>
              <p:tags r:id="rId19"/>
            </p:custDataLst>
          </p:nvPr>
        </p:nvPicPr>
        <p:blipFill>
          <a:blip r:embed="rId38"/>
          <a:stretch>
            <a:fillRect/>
          </a:stretch>
        </p:blipFill>
        <p:spPr>
          <a:xfrm>
            <a:off x="8371840" y="11108055"/>
            <a:ext cx="1647825" cy="1657350"/>
          </a:xfrm>
          <a:prstGeom prst="rect">
            <a:avLst/>
          </a:prstGeom>
        </p:spPr>
      </p:pic>
      <p:pic>
        <p:nvPicPr>
          <p:cNvPr id="43" name="图片 42" descr="book_fin_5.662836ef..jpg"/>
          <p:cNvPicPr>
            <a:picLocks noChangeAspect="1"/>
          </p:cNvPicPr>
          <p:nvPr>
            <p:custDataLst>
              <p:tags r:id="rId20"/>
            </p:custDataLst>
          </p:nvPr>
        </p:nvPicPr>
        <p:blipFill>
          <a:blip r:embed="rId39">
            <a:alphaModFix amt="66000"/>
          </a:blip>
          <a:srcRect l="12754" t="2446" r="13225" b="1123"/>
          <a:stretch>
            <a:fillRect/>
          </a:stretch>
        </p:blipFill>
        <p:spPr>
          <a:xfrm>
            <a:off x="1590040" y="12879705"/>
            <a:ext cx="1342390" cy="1748790"/>
          </a:xfrm>
          <a:prstGeom prst="rect">
            <a:avLst/>
          </a:prstGeom>
        </p:spPr>
      </p:pic>
      <p:pic>
        <p:nvPicPr>
          <p:cNvPr id="49" name="图片 48" descr="book_fin_5.662836ef..jpg"/>
          <p:cNvPicPr>
            <a:picLocks noChangeAspect="1"/>
          </p:cNvPicPr>
          <p:nvPr>
            <p:custDataLst>
              <p:tags r:id="rId21"/>
            </p:custDataLst>
          </p:nvPr>
        </p:nvPicPr>
        <p:blipFill>
          <a:blip r:embed="rId39"/>
          <a:srcRect l="12754" t="2446" r="13225" b="1123"/>
          <a:stretch>
            <a:fillRect/>
          </a:stretch>
        </p:blipFill>
        <p:spPr>
          <a:xfrm>
            <a:off x="1297940" y="12721590"/>
            <a:ext cx="1339215" cy="1744980"/>
          </a:xfrm>
          <a:prstGeom prst="rect">
            <a:avLst/>
          </a:prstGeom>
        </p:spPr>
      </p:pic>
      <p:pic>
        <p:nvPicPr>
          <p:cNvPr id="50" name="图片 49" descr="cilun_x.ecd5911a."/>
          <p:cNvPicPr>
            <a:picLocks noChangeAspect="1"/>
          </p:cNvPicPr>
          <p:nvPr>
            <p:custDataLst>
              <p:tags r:id="rId22"/>
            </p:custDataLst>
          </p:nvPr>
        </p:nvPicPr>
        <p:blipFill>
          <a:blip r:embed="rId40"/>
          <a:stretch>
            <a:fillRect/>
          </a:stretch>
        </p:blipFill>
        <p:spPr>
          <a:xfrm rot="21300000">
            <a:off x="9005570" y="8914765"/>
            <a:ext cx="2295525" cy="2286000"/>
          </a:xfrm>
          <a:prstGeom prst="rect">
            <a:avLst/>
          </a:prstGeom>
        </p:spPr>
      </p:pic>
      <p:pic>
        <p:nvPicPr>
          <p:cNvPr id="13" name="图片 12" descr="loading_leaf_w.14128403."/>
          <p:cNvPicPr>
            <a:picLocks noChangeAspect="1"/>
          </p:cNvPicPr>
          <p:nvPr>
            <p:custDataLst>
              <p:tags r:id="rId23"/>
            </p:custDataLst>
          </p:nvPr>
        </p:nvPicPr>
        <p:blipFill>
          <a:blip r:embed="rId41"/>
          <a:stretch>
            <a:fillRect/>
          </a:stretch>
        </p:blipFill>
        <p:spPr>
          <a:xfrm>
            <a:off x="-5005070" y="-5004435"/>
            <a:ext cx="3359150" cy="3993515"/>
          </a:xfrm>
          <a:prstGeom prst="rect">
            <a:avLst/>
          </a:prstGeom>
        </p:spPr>
      </p:pic>
      <p:sp>
        <p:nvSpPr>
          <p:cNvPr id="51" name="矩形 50"/>
          <p:cNvSpPr/>
          <p:nvPr>
            <p:custDataLst>
              <p:tags r:id="rId24"/>
            </p:custDataLst>
          </p:nvPr>
        </p:nvSpPr>
        <p:spPr>
          <a:xfrm>
            <a:off x="-1706880" y="-2449830"/>
            <a:ext cx="866775" cy="1884045"/>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1455E89-78B9-2B4C-1870-1A31177BA0C1}"/>
              </a:ext>
            </a:extLst>
          </p:cNvPr>
          <p:cNvSpPr txBox="1"/>
          <p:nvPr/>
        </p:nvSpPr>
        <p:spPr>
          <a:xfrm>
            <a:off x="3721418" y="1422717"/>
            <a:ext cx="3380839" cy="492443"/>
          </a:xfrm>
          <a:prstGeom prst="rect">
            <a:avLst/>
          </a:prstGeom>
          <a:noFill/>
        </p:spPr>
        <p:txBody>
          <a:bodyPr wrap="square" lIns="0" tIns="0" rIns="0" bIns="0" rtlCol="0" anchor="t">
            <a:spAutoFit/>
          </a:bodyPr>
          <a:lstStyle/>
          <a:p>
            <a:r>
              <a:rPr lang="en-US" altLang="zh-CN" sz="3200" b="1" dirty="0">
                <a:solidFill>
                  <a:srgbClr val="687DB0"/>
                </a:solidFill>
                <a:ea typeface="仓耳舒圆体 W03" panose="02020400000000000000" charset="-122"/>
              </a:rPr>
              <a:t>Team members</a:t>
            </a:r>
            <a:r>
              <a:rPr lang="zh-CN" altLang="en-US" sz="3200" b="1" dirty="0">
                <a:solidFill>
                  <a:srgbClr val="687DB0"/>
                </a:solidFill>
                <a:ea typeface="仓耳舒圆体 W03" panose="02020400000000000000"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10000" fill="hold"/>
                                        <p:tgtEl>
                                          <p:spTgt spid="42"/>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20000" fill="hold"/>
                                        <p:tgtEl>
                                          <p:spTgt spid="41"/>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20000" fill="hold"/>
                                        <p:tgtEl>
                                          <p:spTgt spid="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1"/>
          <p:cNvPicPr>
            <a:picLocks noChangeAspect="1"/>
          </p:cNvPicPr>
          <p:nvPr>
            <p:custDataLst>
              <p:tags r:id="rId1"/>
            </p:custDataLst>
          </p:nvPr>
        </p:nvPicPr>
        <p:blipFill>
          <a:blip r:embed="rId9"/>
          <a:stretch>
            <a:fillRect/>
          </a:stretch>
        </p:blipFill>
        <p:spPr>
          <a:xfrm>
            <a:off x="-107315" y="15875"/>
            <a:ext cx="12192000" cy="6842125"/>
          </a:xfrm>
          <a:prstGeom prst="rect">
            <a:avLst/>
          </a:prstGeom>
        </p:spPr>
      </p:pic>
      <p:grpSp>
        <p:nvGrpSpPr>
          <p:cNvPr id="2" name="组合 1"/>
          <p:cNvGrpSpPr/>
          <p:nvPr/>
        </p:nvGrpSpPr>
        <p:grpSpPr>
          <a:xfrm>
            <a:off x="-123825" y="-319405"/>
            <a:ext cx="12315825" cy="47426245"/>
            <a:chOff x="-169" y="-63888"/>
            <a:chExt cx="19395" cy="74687"/>
          </a:xfrm>
        </p:grpSpPr>
        <p:pic>
          <p:nvPicPr>
            <p:cNvPr id="5" name="图片 4" descr="图片1"/>
            <p:cNvPicPr>
              <a:picLocks noChangeAspect="1"/>
            </p:cNvPicPr>
            <p:nvPr>
              <p:custDataLst>
                <p:tags r:id="rId5"/>
              </p:custDataLst>
            </p:nvPr>
          </p:nvPicPr>
          <p:blipFill>
            <a:blip r:embed="rId9"/>
            <a:stretch>
              <a:fillRect/>
            </a:stretch>
          </p:blipFill>
          <p:spPr>
            <a:xfrm>
              <a:off x="-169" y="25"/>
              <a:ext cx="19200" cy="10775"/>
            </a:xfrm>
            <a:prstGeom prst="rect">
              <a:avLst/>
            </a:prstGeom>
          </p:spPr>
        </p:pic>
        <p:grpSp>
          <p:nvGrpSpPr>
            <p:cNvPr id="7" name="组合 6"/>
            <p:cNvGrpSpPr/>
            <p:nvPr/>
          </p:nvGrpSpPr>
          <p:grpSpPr>
            <a:xfrm>
              <a:off x="26" y="-63888"/>
              <a:ext cx="19200" cy="63888"/>
              <a:chOff x="1" y="-30778"/>
              <a:chExt cx="19200" cy="63888"/>
            </a:xfrm>
          </p:grpSpPr>
          <p:pic>
            <p:nvPicPr>
              <p:cNvPr id="8" name="图片 7" descr="bg_pre.e90b30fe."/>
              <p:cNvPicPr>
                <a:picLocks noChangeAspect="1"/>
              </p:cNvPicPr>
              <p:nvPr>
                <p:custDataLst>
                  <p:tags r:id="rId6"/>
                </p:custDataLst>
              </p:nvPr>
            </p:nvPicPr>
            <p:blipFill>
              <a:blip r:embed="rId10"/>
              <a:stretch>
                <a:fillRect/>
              </a:stretch>
            </p:blipFill>
            <p:spPr>
              <a:xfrm>
                <a:off x="1" y="-30778"/>
                <a:ext cx="19199" cy="41578"/>
              </a:xfrm>
              <a:prstGeom prst="rect">
                <a:avLst/>
              </a:prstGeom>
            </p:spPr>
          </p:pic>
          <p:pic>
            <p:nvPicPr>
              <p:cNvPr id="9" name="图片 8" descr="新建画布2"/>
              <p:cNvPicPr>
                <a:picLocks noChangeAspect="1"/>
              </p:cNvPicPr>
              <p:nvPr>
                <p:custDataLst>
                  <p:tags r:id="rId7"/>
                </p:custDataLst>
              </p:nvPr>
            </p:nvPicPr>
            <p:blipFill>
              <a:blip r:embed="rId11"/>
              <a:stretch>
                <a:fillRect/>
              </a:stretch>
            </p:blipFill>
            <p:spPr>
              <a:xfrm>
                <a:off x="1" y="-8892"/>
                <a:ext cx="19200" cy="42002"/>
              </a:xfrm>
              <a:prstGeom prst="rect">
                <a:avLst/>
              </a:prstGeom>
            </p:spPr>
          </p:pic>
        </p:grpSp>
      </p:grpSp>
      <p:pic>
        <p:nvPicPr>
          <p:cNvPr id="51" name="图片 50" descr="图层 3"/>
          <p:cNvPicPr>
            <a:picLocks noChangeAspect="1"/>
          </p:cNvPicPr>
          <p:nvPr>
            <p:custDataLst>
              <p:tags r:id="rId2"/>
            </p:custDataLst>
          </p:nvPr>
        </p:nvPicPr>
        <p:blipFill>
          <a:blip r:embed="rId12">
            <a:alphaModFix amt="50000"/>
          </a:blip>
          <a:stretch>
            <a:fillRect/>
          </a:stretch>
        </p:blipFill>
        <p:spPr>
          <a:xfrm rot="16200000">
            <a:off x="1005840" y="-3989705"/>
            <a:ext cx="5457825" cy="200025"/>
          </a:xfrm>
          <a:prstGeom prst="rect">
            <a:avLst/>
          </a:prstGeom>
        </p:spPr>
      </p:pic>
      <p:pic>
        <p:nvPicPr>
          <p:cNvPr id="52" name="图片 51" descr="图层 2"/>
          <p:cNvPicPr>
            <a:picLocks noChangeAspect="1"/>
          </p:cNvPicPr>
          <p:nvPr>
            <p:custDataLst>
              <p:tags r:id="rId3"/>
            </p:custDataLst>
          </p:nvPr>
        </p:nvPicPr>
        <p:blipFill>
          <a:blip r:embed="rId13">
            <a:alphaModFix amt="70000"/>
          </a:blip>
          <a:stretch>
            <a:fillRect/>
          </a:stretch>
        </p:blipFill>
        <p:spPr>
          <a:xfrm rot="16200000">
            <a:off x="2729865" y="-1826895"/>
            <a:ext cx="2009775" cy="1400175"/>
          </a:xfrm>
          <a:prstGeom prst="rect">
            <a:avLst/>
          </a:prstGeom>
        </p:spPr>
      </p:pic>
      <p:pic>
        <p:nvPicPr>
          <p:cNvPr id="53" name="图片 52" descr="图层 4"/>
          <p:cNvPicPr>
            <a:picLocks noChangeAspect="1"/>
          </p:cNvPicPr>
          <p:nvPr>
            <p:custDataLst>
              <p:tags r:id="rId4"/>
            </p:custDataLst>
          </p:nvPr>
        </p:nvPicPr>
        <p:blipFill>
          <a:blip r:embed="rId14">
            <a:alphaModFix amt="39000"/>
          </a:blip>
          <a:stretch>
            <a:fillRect/>
          </a:stretch>
        </p:blipFill>
        <p:spPr>
          <a:xfrm rot="19320000">
            <a:off x="3121660" y="-1421130"/>
            <a:ext cx="1314450" cy="12858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7315" y="-40568880"/>
            <a:ext cx="12315825" cy="47426245"/>
            <a:chOff x="-169" y="-63888"/>
            <a:chExt cx="19395" cy="74687"/>
          </a:xfrm>
        </p:grpSpPr>
        <p:pic>
          <p:nvPicPr>
            <p:cNvPr id="3" name="图片 2" descr="图片1"/>
            <p:cNvPicPr>
              <a:picLocks noChangeAspect="1"/>
            </p:cNvPicPr>
            <p:nvPr/>
          </p:nvPicPr>
          <p:blipFill>
            <a:blip r:embed="rId21"/>
            <a:stretch>
              <a:fillRect/>
            </a:stretch>
          </p:blipFill>
          <p:spPr>
            <a:xfrm>
              <a:off x="-169" y="25"/>
              <a:ext cx="19200" cy="10775"/>
            </a:xfrm>
            <a:prstGeom prst="rect">
              <a:avLst/>
            </a:prstGeom>
          </p:spPr>
        </p:pic>
        <p:grpSp>
          <p:nvGrpSpPr>
            <p:cNvPr id="16" name="组合 15"/>
            <p:cNvGrpSpPr/>
            <p:nvPr/>
          </p:nvGrpSpPr>
          <p:grpSpPr>
            <a:xfrm>
              <a:off x="26" y="-63888"/>
              <a:ext cx="19200" cy="63888"/>
              <a:chOff x="1" y="-30778"/>
              <a:chExt cx="19200" cy="63888"/>
            </a:xfrm>
          </p:grpSpPr>
          <p:pic>
            <p:nvPicPr>
              <p:cNvPr id="4" name="图片 3" descr="bg_pre.e90b30fe."/>
              <p:cNvPicPr>
                <a:picLocks noChangeAspect="1"/>
              </p:cNvPicPr>
              <p:nvPr>
                <p:custDataLst>
                  <p:tags r:id="rId19"/>
                </p:custDataLst>
              </p:nvPr>
            </p:nvPicPr>
            <p:blipFill>
              <a:blip r:embed="rId22"/>
              <a:stretch>
                <a:fillRect/>
              </a:stretch>
            </p:blipFill>
            <p:spPr>
              <a:xfrm>
                <a:off x="1" y="-30778"/>
                <a:ext cx="19199" cy="41578"/>
              </a:xfrm>
              <a:prstGeom prst="rect">
                <a:avLst/>
              </a:prstGeom>
            </p:spPr>
          </p:pic>
          <p:pic>
            <p:nvPicPr>
              <p:cNvPr id="14" name="图片 13" descr="新建画布2"/>
              <p:cNvPicPr>
                <a:picLocks noChangeAspect="1"/>
              </p:cNvPicPr>
              <p:nvPr/>
            </p:nvPicPr>
            <p:blipFill>
              <a:blip r:embed="rId23"/>
              <a:stretch>
                <a:fillRect/>
              </a:stretch>
            </p:blipFill>
            <p:spPr>
              <a:xfrm>
                <a:off x="1" y="-8892"/>
                <a:ext cx="19200" cy="42002"/>
              </a:xfrm>
              <a:prstGeom prst="rect">
                <a:avLst/>
              </a:prstGeom>
            </p:spPr>
          </p:pic>
        </p:grpSp>
      </p:grpSp>
      <p:grpSp>
        <p:nvGrpSpPr>
          <p:cNvPr id="31" name="组合 30"/>
          <p:cNvGrpSpPr/>
          <p:nvPr/>
        </p:nvGrpSpPr>
        <p:grpSpPr>
          <a:xfrm>
            <a:off x="0" y="7863840"/>
            <a:ext cx="12661900" cy="7741920"/>
            <a:chOff x="0" y="-982"/>
            <a:chExt cx="19940" cy="12192"/>
          </a:xfrm>
        </p:grpSpPr>
        <p:grpSp>
          <p:nvGrpSpPr>
            <p:cNvPr id="32" name="组合 31"/>
            <p:cNvGrpSpPr/>
            <p:nvPr/>
          </p:nvGrpSpPr>
          <p:grpSpPr>
            <a:xfrm>
              <a:off x="0" y="-982"/>
              <a:ext cx="19941" cy="12192"/>
              <a:chOff x="0" y="-982"/>
              <a:chExt cx="19941" cy="12192"/>
            </a:xfrm>
          </p:grpSpPr>
          <p:pic>
            <p:nvPicPr>
              <p:cNvPr id="33" name="图片 32" descr="system_video_border.c05fa411."/>
              <p:cNvPicPr>
                <a:picLocks noChangeAspect="1"/>
              </p:cNvPicPr>
              <p:nvPr>
                <p:custDataLst>
                  <p:tags r:id="rId8"/>
                </p:custDataLst>
              </p:nvPr>
            </p:nvPicPr>
            <p:blipFill>
              <a:blip r:embed="rId24">
                <a:grayscl/>
              </a:blip>
              <a:stretch>
                <a:fillRect/>
              </a:stretch>
            </p:blipFill>
            <p:spPr>
              <a:xfrm>
                <a:off x="0" y="-287"/>
                <a:ext cx="19226" cy="11327"/>
              </a:xfrm>
              <a:prstGeom prst="rect">
                <a:avLst/>
              </a:prstGeom>
            </p:spPr>
          </p:pic>
          <p:grpSp>
            <p:nvGrpSpPr>
              <p:cNvPr id="34" name="组合 33"/>
              <p:cNvGrpSpPr/>
              <p:nvPr/>
            </p:nvGrpSpPr>
            <p:grpSpPr>
              <a:xfrm>
                <a:off x="319" y="-982"/>
                <a:ext cx="19623" cy="12192"/>
                <a:chOff x="319" y="-982"/>
                <a:chExt cx="19623" cy="12192"/>
              </a:xfrm>
            </p:grpSpPr>
            <p:pic>
              <p:nvPicPr>
                <p:cNvPr id="35" name="图片 34" descr="a_bg_Hydro.015af75a."/>
                <p:cNvPicPr>
                  <a:picLocks noChangeAspect="1"/>
                </p:cNvPicPr>
                <p:nvPr>
                  <p:custDataLst>
                    <p:tags r:id="rId9"/>
                  </p:custDataLst>
                </p:nvPr>
              </p:nvPicPr>
              <p:blipFill>
                <a:blip r:embed="rId25">
                  <a:grayscl/>
                </a:blip>
                <a:stretch>
                  <a:fillRect/>
                </a:stretch>
              </p:blipFill>
              <p:spPr>
                <a:xfrm rot="5400000" flipH="1">
                  <a:off x="2749" y="5083"/>
                  <a:ext cx="2932" cy="6010"/>
                </a:xfrm>
                <a:prstGeom prst="rect">
                  <a:avLst/>
                </a:prstGeom>
              </p:spPr>
            </p:pic>
            <p:pic>
              <p:nvPicPr>
                <p:cNvPr id="37" name="图片 36" descr="图层 2"/>
                <p:cNvPicPr>
                  <a:picLocks noChangeAspect="1"/>
                </p:cNvPicPr>
                <p:nvPr>
                  <p:custDataLst>
                    <p:tags r:id="rId10"/>
                  </p:custDataLst>
                </p:nvPr>
              </p:nvPicPr>
              <p:blipFill>
                <a:blip r:embed="rId26">
                  <a:alphaModFix amt="93000"/>
                  <a:grayscl/>
                </a:blip>
                <a:stretch>
                  <a:fillRect/>
                </a:stretch>
              </p:blipFill>
              <p:spPr>
                <a:xfrm>
                  <a:off x="319" y="9223"/>
                  <a:ext cx="2250" cy="993"/>
                </a:xfrm>
                <a:prstGeom prst="rect">
                  <a:avLst/>
                </a:prstGeom>
              </p:spPr>
            </p:pic>
            <p:pic>
              <p:nvPicPr>
                <p:cNvPr id="38" name="图片 37" descr="图层 3"/>
                <p:cNvPicPr>
                  <a:picLocks noChangeAspect="1"/>
                </p:cNvPicPr>
                <p:nvPr>
                  <p:custDataLst>
                    <p:tags r:id="rId11"/>
                  </p:custDataLst>
                </p:nvPr>
              </p:nvPicPr>
              <p:blipFill>
                <a:blip r:embed="rId27">
                  <a:grayscl/>
                </a:blip>
                <a:stretch>
                  <a:fillRect/>
                </a:stretch>
              </p:blipFill>
              <p:spPr>
                <a:xfrm>
                  <a:off x="17886" y="-982"/>
                  <a:ext cx="1590" cy="1650"/>
                </a:xfrm>
                <a:prstGeom prst="rect">
                  <a:avLst/>
                </a:prstGeom>
              </p:spPr>
            </p:pic>
            <p:pic>
              <p:nvPicPr>
                <p:cNvPr id="41" name="图片 40" descr="图层 4"/>
                <p:cNvPicPr>
                  <a:picLocks noChangeAspect="1"/>
                </p:cNvPicPr>
                <p:nvPr>
                  <p:custDataLst>
                    <p:tags r:id="rId12"/>
                  </p:custDataLst>
                </p:nvPr>
              </p:nvPicPr>
              <p:blipFill>
                <a:blip r:embed="rId28">
                  <a:alphaModFix amt="77000"/>
                  <a:grayscl/>
                </a:blip>
                <a:stretch>
                  <a:fillRect/>
                </a:stretch>
              </p:blipFill>
              <p:spPr>
                <a:xfrm>
                  <a:off x="18103" y="668"/>
                  <a:ext cx="1155" cy="1080"/>
                </a:xfrm>
                <a:prstGeom prst="rect">
                  <a:avLst/>
                </a:prstGeom>
              </p:spPr>
            </p:pic>
            <p:pic>
              <p:nvPicPr>
                <p:cNvPr id="42" name="图片 41" descr="图层 5"/>
                <p:cNvPicPr>
                  <a:picLocks noChangeAspect="1"/>
                </p:cNvPicPr>
                <p:nvPr>
                  <p:custDataLst>
                    <p:tags r:id="rId13"/>
                  </p:custDataLst>
                </p:nvPr>
              </p:nvPicPr>
              <p:blipFill>
                <a:blip r:embed="rId29">
                  <a:alphaModFix amt="86000"/>
                  <a:grayscl/>
                </a:blip>
                <a:stretch>
                  <a:fillRect/>
                </a:stretch>
              </p:blipFill>
              <p:spPr>
                <a:xfrm>
                  <a:off x="16795" y="185"/>
                  <a:ext cx="1308" cy="1334"/>
                </a:xfrm>
                <a:prstGeom prst="rect">
                  <a:avLst/>
                </a:prstGeom>
              </p:spPr>
            </p:pic>
            <p:pic>
              <p:nvPicPr>
                <p:cNvPr id="43" name="图片 42" descr="图层 6"/>
                <p:cNvPicPr>
                  <a:picLocks noChangeAspect="1"/>
                </p:cNvPicPr>
                <p:nvPr>
                  <p:custDataLst>
                    <p:tags r:id="rId14"/>
                  </p:custDataLst>
                </p:nvPr>
              </p:nvPicPr>
              <p:blipFill>
                <a:blip r:embed="rId30">
                  <a:alphaModFix amt="81000"/>
                  <a:grayscl/>
                </a:blip>
                <a:stretch>
                  <a:fillRect/>
                </a:stretch>
              </p:blipFill>
              <p:spPr>
                <a:xfrm>
                  <a:off x="690" y="7748"/>
                  <a:ext cx="1451" cy="1475"/>
                </a:xfrm>
                <a:prstGeom prst="rect">
                  <a:avLst/>
                </a:prstGeom>
              </p:spPr>
            </p:pic>
            <p:pic>
              <p:nvPicPr>
                <p:cNvPr id="48" name="图片 47" descr="56"/>
                <p:cNvPicPr>
                  <a:picLocks noChangeAspect="1"/>
                </p:cNvPicPr>
                <p:nvPr>
                  <p:custDataLst>
                    <p:tags r:id="rId15"/>
                  </p:custDataLst>
                </p:nvPr>
              </p:nvPicPr>
              <p:blipFill>
                <a:blip r:embed="rId31">
                  <a:alphaModFix amt="53000"/>
                  <a:grayscl/>
                </a:blip>
                <a:stretch>
                  <a:fillRect/>
                </a:stretch>
              </p:blipFill>
              <p:spPr>
                <a:xfrm>
                  <a:off x="10331" y="3216"/>
                  <a:ext cx="8700" cy="7995"/>
                </a:xfrm>
                <a:prstGeom prst="rect">
                  <a:avLst/>
                </a:prstGeom>
              </p:spPr>
            </p:pic>
            <p:pic>
              <p:nvPicPr>
                <p:cNvPr id="49" name="图片 48" descr="pickconch_item3"/>
                <p:cNvPicPr>
                  <a:picLocks noChangeAspect="1"/>
                </p:cNvPicPr>
                <p:nvPr>
                  <p:custDataLst>
                    <p:tags r:id="rId16"/>
                  </p:custDataLst>
                </p:nvPr>
              </p:nvPicPr>
              <p:blipFill>
                <a:blip r:embed="rId32">
                  <a:alphaModFix amt="51000"/>
                  <a:grayscl/>
                </a:blip>
                <a:stretch>
                  <a:fillRect/>
                </a:stretch>
              </p:blipFill>
              <p:spPr>
                <a:xfrm>
                  <a:off x="14954" y="5485"/>
                  <a:ext cx="4989" cy="5512"/>
                </a:xfrm>
                <a:prstGeom prst="rect">
                  <a:avLst/>
                </a:prstGeom>
              </p:spPr>
            </p:pic>
            <p:pic>
              <p:nvPicPr>
                <p:cNvPr id="57" name="图片 56" descr="loading_yun_j.7c65634d."/>
                <p:cNvPicPr>
                  <a:picLocks noChangeAspect="1"/>
                </p:cNvPicPr>
                <p:nvPr>
                  <p:custDataLst>
                    <p:tags r:id="rId17"/>
                  </p:custDataLst>
                </p:nvPr>
              </p:nvPicPr>
              <p:blipFill>
                <a:blip r:embed="rId33">
                  <a:alphaModFix amt="63000"/>
                  <a:grayscl/>
                </a:blip>
                <a:stretch>
                  <a:fillRect/>
                </a:stretch>
              </p:blipFill>
              <p:spPr>
                <a:xfrm flipH="1">
                  <a:off x="12561" y="1543"/>
                  <a:ext cx="5325" cy="1860"/>
                </a:xfrm>
                <a:prstGeom prst="rect">
                  <a:avLst/>
                </a:prstGeom>
              </p:spPr>
            </p:pic>
            <p:pic>
              <p:nvPicPr>
                <p:cNvPr id="58" name="图片 57" descr="loading_yun_j.7c65634d."/>
                <p:cNvPicPr>
                  <a:picLocks noChangeAspect="1"/>
                </p:cNvPicPr>
                <p:nvPr>
                  <p:custDataLst>
                    <p:tags r:id="rId18"/>
                  </p:custDataLst>
                </p:nvPr>
              </p:nvPicPr>
              <p:blipFill>
                <a:blip r:embed="rId33">
                  <a:alphaModFix amt="63000"/>
                  <a:grayscl/>
                </a:blip>
                <a:stretch>
                  <a:fillRect/>
                </a:stretch>
              </p:blipFill>
              <p:spPr>
                <a:xfrm>
                  <a:off x="8204" y="6064"/>
                  <a:ext cx="3859" cy="1348"/>
                </a:xfrm>
                <a:prstGeom prst="rect">
                  <a:avLst/>
                </a:prstGeom>
              </p:spPr>
            </p:pic>
          </p:grpSp>
        </p:grpSp>
        <p:pic>
          <p:nvPicPr>
            <p:cNvPr id="59" name="图片 58" descr="a_bg_Hydro.015af75a."/>
            <p:cNvPicPr>
              <a:picLocks noChangeAspect="1"/>
            </p:cNvPicPr>
            <p:nvPr>
              <p:custDataLst>
                <p:tags r:id="rId6"/>
              </p:custDataLst>
            </p:nvPr>
          </p:nvPicPr>
          <p:blipFill>
            <a:blip r:embed="rId25">
              <a:grayscl/>
            </a:blip>
            <a:srcRect l="-10000" b="5824"/>
            <a:stretch>
              <a:fillRect/>
            </a:stretch>
          </p:blipFill>
          <p:spPr>
            <a:xfrm rot="5400000">
              <a:off x="8342" y="-1892"/>
              <a:ext cx="132" cy="14101"/>
            </a:xfrm>
            <a:prstGeom prst="rect">
              <a:avLst/>
            </a:prstGeom>
          </p:spPr>
        </p:pic>
        <p:pic>
          <p:nvPicPr>
            <p:cNvPr id="60" name="图片 59" descr="a_bg_Hydro.015af75a."/>
            <p:cNvPicPr>
              <a:picLocks noChangeAspect="1"/>
            </p:cNvPicPr>
            <p:nvPr>
              <p:custDataLst>
                <p:tags r:id="rId7"/>
              </p:custDataLst>
            </p:nvPr>
          </p:nvPicPr>
          <p:blipFill>
            <a:blip r:embed="rId25">
              <a:grayscl/>
            </a:blip>
            <a:srcRect r="29167" b="12612"/>
            <a:stretch>
              <a:fillRect/>
            </a:stretch>
          </p:blipFill>
          <p:spPr>
            <a:xfrm rot="5400000" flipH="1">
              <a:off x="4246" y="2511"/>
              <a:ext cx="85" cy="5862"/>
            </a:xfrm>
            <a:prstGeom prst="rect">
              <a:avLst/>
            </a:prstGeom>
          </p:spPr>
        </p:pic>
      </p:grpSp>
      <p:pic>
        <p:nvPicPr>
          <p:cNvPr id="39" name="图片 38" descr="loading_yun_b.8d035836."/>
          <p:cNvPicPr>
            <a:picLocks noChangeAspect="1"/>
          </p:cNvPicPr>
          <p:nvPr>
            <p:custDataLst>
              <p:tags r:id="rId1"/>
            </p:custDataLst>
          </p:nvPr>
        </p:nvPicPr>
        <p:blipFill>
          <a:blip r:embed="rId34">
            <a:grayscl/>
          </a:blip>
          <a:stretch>
            <a:fillRect/>
          </a:stretch>
        </p:blipFill>
        <p:spPr>
          <a:xfrm rot="9600000">
            <a:off x="-2636520" y="7827645"/>
            <a:ext cx="1946275" cy="1800860"/>
          </a:xfrm>
          <a:prstGeom prst="rect">
            <a:avLst/>
          </a:prstGeom>
        </p:spPr>
      </p:pic>
      <p:pic>
        <p:nvPicPr>
          <p:cNvPr id="40" name="图片 39" descr="loading_yun_a.1ad92388."/>
          <p:cNvPicPr>
            <a:picLocks noChangeAspect="1"/>
          </p:cNvPicPr>
          <p:nvPr>
            <p:custDataLst>
              <p:tags r:id="rId2"/>
            </p:custDataLst>
          </p:nvPr>
        </p:nvPicPr>
        <p:blipFill>
          <a:blip r:embed="rId35">
            <a:grayscl/>
          </a:blip>
          <a:stretch>
            <a:fillRect/>
          </a:stretch>
        </p:blipFill>
        <p:spPr>
          <a:xfrm rot="6900000" flipH="1">
            <a:off x="-3504565" y="4970780"/>
            <a:ext cx="3389630" cy="3380740"/>
          </a:xfrm>
          <a:prstGeom prst="rect">
            <a:avLst/>
          </a:prstGeom>
        </p:spPr>
      </p:pic>
      <p:pic>
        <p:nvPicPr>
          <p:cNvPr id="51" name="图片 50" descr="图层 3"/>
          <p:cNvPicPr>
            <a:picLocks noChangeAspect="1"/>
          </p:cNvPicPr>
          <p:nvPr>
            <p:custDataLst>
              <p:tags r:id="rId3"/>
            </p:custDataLst>
          </p:nvPr>
        </p:nvPicPr>
        <p:blipFill>
          <a:blip r:embed="rId36">
            <a:alphaModFix amt="60000"/>
          </a:blip>
          <a:stretch>
            <a:fillRect/>
          </a:stretch>
        </p:blipFill>
        <p:spPr>
          <a:xfrm rot="16200000">
            <a:off x="1005840" y="2091055"/>
            <a:ext cx="5457825" cy="200025"/>
          </a:xfrm>
          <a:prstGeom prst="rect">
            <a:avLst/>
          </a:prstGeom>
        </p:spPr>
      </p:pic>
      <p:pic>
        <p:nvPicPr>
          <p:cNvPr id="52" name="图片 51" descr="图层 2"/>
          <p:cNvPicPr>
            <a:picLocks noChangeAspect="1"/>
          </p:cNvPicPr>
          <p:nvPr>
            <p:custDataLst>
              <p:tags r:id="rId4"/>
            </p:custDataLst>
          </p:nvPr>
        </p:nvPicPr>
        <p:blipFill>
          <a:blip r:embed="rId37">
            <a:alphaModFix amt="70000"/>
          </a:blip>
          <a:stretch>
            <a:fillRect/>
          </a:stretch>
        </p:blipFill>
        <p:spPr>
          <a:xfrm rot="16200000">
            <a:off x="2729865" y="4253865"/>
            <a:ext cx="2009775" cy="1400175"/>
          </a:xfrm>
          <a:prstGeom prst="rect">
            <a:avLst/>
          </a:prstGeom>
        </p:spPr>
      </p:pic>
      <p:pic>
        <p:nvPicPr>
          <p:cNvPr id="53" name="图片 52" descr="图层 4"/>
          <p:cNvPicPr>
            <a:picLocks noChangeAspect="1"/>
          </p:cNvPicPr>
          <p:nvPr>
            <p:custDataLst>
              <p:tags r:id="rId5"/>
            </p:custDataLst>
          </p:nvPr>
        </p:nvPicPr>
        <p:blipFill>
          <a:blip r:embed="rId38">
            <a:alphaModFix amt="39000"/>
          </a:blip>
          <a:stretch>
            <a:fillRect/>
          </a:stretch>
        </p:blipFill>
        <p:spPr>
          <a:xfrm rot="20880000">
            <a:off x="3132455" y="4806315"/>
            <a:ext cx="1075690" cy="10521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advTm="0">
        <p159:morph option="byObject"/>
      </p:transition>
    </mc:Choice>
    <mc:Fallback xmlns="">
      <p:transition spd="slow"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图片1"/>
          <p:cNvPicPr>
            <a:picLocks noChangeAspect="1"/>
          </p:cNvPicPr>
          <p:nvPr>
            <p:custDataLst>
              <p:tags r:id="rId1"/>
            </p:custDataLst>
          </p:nvPr>
        </p:nvPicPr>
        <p:blipFill>
          <a:blip r:embed="rId20"/>
          <a:stretch>
            <a:fillRect/>
          </a:stretch>
        </p:blipFill>
        <p:spPr>
          <a:xfrm>
            <a:off x="-107315" y="15875"/>
            <a:ext cx="12192000" cy="6842125"/>
          </a:xfrm>
          <a:prstGeom prst="rect">
            <a:avLst/>
          </a:prstGeom>
        </p:spPr>
      </p:pic>
      <p:pic>
        <p:nvPicPr>
          <p:cNvPr id="9" name="图片 8" descr="slg_water_a.75d11fd3." hidden="1"/>
          <p:cNvPicPr>
            <a:picLocks noChangeAspect="1"/>
          </p:cNvPicPr>
          <p:nvPr>
            <p:custDataLst>
              <p:tags r:id="rId2"/>
            </p:custDataLst>
          </p:nvPr>
        </p:nvPicPr>
        <p:blipFill>
          <a:blip r:embed="rId21"/>
          <a:stretch>
            <a:fillRect/>
          </a:stretch>
        </p:blipFill>
        <p:spPr>
          <a:xfrm>
            <a:off x="-99060" y="3881755"/>
            <a:ext cx="12192000" cy="2976245"/>
          </a:xfrm>
          <a:prstGeom prst="rect">
            <a:avLst/>
          </a:prstGeom>
        </p:spPr>
      </p:pic>
      <p:pic>
        <p:nvPicPr>
          <p:cNvPr id="2" name="图片 1" descr="loading_right_cloud_2.8874dabb." hidden="1"/>
          <p:cNvPicPr>
            <a:picLocks noChangeAspect="1"/>
          </p:cNvPicPr>
          <p:nvPr>
            <p:custDataLst>
              <p:tags r:id="rId3"/>
            </p:custDataLst>
          </p:nvPr>
        </p:nvPicPr>
        <p:blipFill>
          <a:blip r:embed="rId22"/>
          <a:stretch>
            <a:fillRect/>
          </a:stretch>
        </p:blipFill>
        <p:spPr>
          <a:xfrm>
            <a:off x="2388235" y="301625"/>
            <a:ext cx="10104120" cy="6858000"/>
          </a:xfrm>
          <a:prstGeom prst="rect">
            <a:avLst/>
          </a:prstGeom>
        </p:spPr>
      </p:pic>
      <p:pic>
        <p:nvPicPr>
          <p:cNvPr id="3" name="图片 2" descr="loading_left_cloud.0aa1e84b." hidden="1"/>
          <p:cNvPicPr>
            <a:picLocks noChangeAspect="1"/>
          </p:cNvPicPr>
          <p:nvPr>
            <p:custDataLst>
              <p:tags r:id="rId4"/>
            </p:custDataLst>
          </p:nvPr>
        </p:nvPicPr>
        <p:blipFill>
          <a:blip r:embed="rId23"/>
          <a:stretch>
            <a:fillRect/>
          </a:stretch>
        </p:blipFill>
        <p:spPr>
          <a:xfrm>
            <a:off x="-1524000" y="555625"/>
            <a:ext cx="10213975" cy="6858000"/>
          </a:xfrm>
          <a:prstGeom prst="rect">
            <a:avLst/>
          </a:prstGeom>
        </p:spPr>
      </p:pic>
      <p:grpSp>
        <p:nvGrpSpPr>
          <p:cNvPr id="56" name="组合 55"/>
          <p:cNvGrpSpPr/>
          <p:nvPr/>
        </p:nvGrpSpPr>
        <p:grpSpPr>
          <a:xfrm>
            <a:off x="0" y="-623570"/>
            <a:ext cx="12661900" cy="7741920"/>
            <a:chOff x="0" y="-982"/>
            <a:chExt cx="19940" cy="12192"/>
          </a:xfrm>
        </p:grpSpPr>
        <p:grpSp>
          <p:nvGrpSpPr>
            <p:cNvPr id="55" name="组合 54"/>
            <p:cNvGrpSpPr/>
            <p:nvPr/>
          </p:nvGrpSpPr>
          <p:grpSpPr>
            <a:xfrm>
              <a:off x="0" y="-982"/>
              <a:ext cx="19941" cy="12192"/>
              <a:chOff x="0" y="-982"/>
              <a:chExt cx="19941" cy="12192"/>
            </a:xfrm>
          </p:grpSpPr>
          <p:pic>
            <p:nvPicPr>
              <p:cNvPr id="20" name="图片 19" descr="system_video_border.c05fa411."/>
              <p:cNvPicPr>
                <a:picLocks noChangeAspect="1"/>
              </p:cNvPicPr>
              <p:nvPr/>
            </p:nvPicPr>
            <p:blipFill>
              <a:blip r:embed="rId24">
                <a:grayscl/>
              </a:blip>
              <a:stretch>
                <a:fillRect/>
              </a:stretch>
            </p:blipFill>
            <p:spPr>
              <a:xfrm>
                <a:off x="0" y="-287"/>
                <a:ext cx="19226" cy="11327"/>
              </a:xfrm>
              <a:prstGeom prst="rect">
                <a:avLst/>
              </a:prstGeom>
            </p:spPr>
          </p:pic>
          <p:grpSp>
            <p:nvGrpSpPr>
              <p:cNvPr id="54" name="组合 53"/>
              <p:cNvGrpSpPr/>
              <p:nvPr/>
            </p:nvGrpSpPr>
            <p:grpSpPr>
              <a:xfrm>
                <a:off x="319" y="-982"/>
                <a:ext cx="19623" cy="12192"/>
                <a:chOff x="319" y="-982"/>
                <a:chExt cx="19623" cy="12192"/>
              </a:xfrm>
            </p:grpSpPr>
            <p:pic>
              <p:nvPicPr>
                <p:cNvPr id="15" name="图片 14" descr="a_bg_Hydro.015af75a."/>
                <p:cNvPicPr>
                  <a:picLocks noChangeAspect="1"/>
                </p:cNvPicPr>
                <p:nvPr>
                  <p:custDataLst>
                    <p:tags r:id="rId15"/>
                  </p:custDataLst>
                </p:nvPr>
              </p:nvPicPr>
              <p:blipFill>
                <a:blip r:embed="rId25">
                  <a:grayscl/>
                </a:blip>
                <a:stretch>
                  <a:fillRect/>
                </a:stretch>
              </p:blipFill>
              <p:spPr>
                <a:xfrm rot="5400000" flipH="1">
                  <a:off x="2749" y="5083"/>
                  <a:ext cx="2932" cy="6010"/>
                </a:xfrm>
                <a:prstGeom prst="rect">
                  <a:avLst/>
                </a:prstGeom>
              </p:spPr>
            </p:pic>
            <p:pic>
              <p:nvPicPr>
                <p:cNvPr id="21" name="图片 20" descr="图层 2"/>
                <p:cNvPicPr>
                  <a:picLocks noChangeAspect="1"/>
                </p:cNvPicPr>
                <p:nvPr/>
              </p:nvPicPr>
              <p:blipFill>
                <a:blip r:embed="rId26">
                  <a:alphaModFix amt="93000"/>
                  <a:grayscl/>
                </a:blip>
                <a:stretch>
                  <a:fillRect/>
                </a:stretch>
              </p:blipFill>
              <p:spPr>
                <a:xfrm>
                  <a:off x="319" y="9223"/>
                  <a:ext cx="2250" cy="993"/>
                </a:xfrm>
                <a:prstGeom prst="rect">
                  <a:avLst/>
                </a:prstGeom>
              </p:spPr>
            </p:pic>
            <p:pic>
              <p:nvPicPr>
                <p:cNvPr id="22" name="图片 21" descr="图层 3"/>
                <p:cNvPicPr>
                  <a:picLocks noChangeAspect="1"/>
                </p:cNvPicPr>
                <p:nvPr/>
              </p:nvPicPr>
              <p:blipFill>
                <a:blip r:embed="rId27">
                  <a:grayscl/>
                </a:blip>
                <a:stretch>
                  <a:fillRect/>
                </a:stretch>
              </p:blipFill>
              <p:spPr>
                <a:xfrm>
                  <a:off x="17886" y="-982"/>
                  <a:ext cx="1590" cy="1650"/>
                </a:xfrm>
                <a:prstGeom prst="rect">
                  <a:avLst/>
                </a:prstGeom>
              </p:spPr>
            </p:pic>
            <p:pic>
              <p:nvPicPr>
                <p:cNvPr id="23" name="图片 22" descr="图层 4"/>
                <p:cNvPicPr>
                  <a:picLocks noChangeAspect="1"/>
                </p:cNvPicPr>
                <p:nvPr/>
              </p:nvPicPr>
              <p:blipFill>
                <a:blip r:embed="rId28">
                  <a:alphaModFix amt="77000"/>
                  <a:grayscl/>
                </a:blip>
                <a:stretch>
                  <a:fillRect/>
                </a:stretch>
              </p:blipFill>
              <p:spPr>
                <a:xfrm>
                  <a:off x="18103" y="668"/>
                  <a:ext cx="1155" cy="1080"/>
                </a:xfrm>
                <a:prstGeom prst="rect">
                  <a:avLst/>
                </a:prstGeom>
              </p:spPr>
            </p:pic>
            <p:pic>
              <p:nvPicPr>
                <p:cNvPr id="24" name="图片 23" descr="图层 5"/>
                <p:cNvPicPr>
                  <a:picLocks noChangeAspect="1"/>
                </p:cNvPicPr>
                <p:nvPr/>
              </p:nvPicPr>
              <p:blipFill>
                <a:blip r:embed="rId29">
                  <a:alphaModFix amt="86000"/>
                  <a:grayscl/>
                </a:blip>
                <a:stretch>
                  <a:fillRect/>
                </a:stretch>
              </p:blipFill>
              <p:spPr>
                <a:xfrm>
                  <a:off x="16795" y="185"/>
                  <a:ext cx="1308" cy="1334"/>
                </a:xfrm>
                <a:prstGeom prst="rect">
                  <a:avLst/>
                </a:prstGeom>
              </p:spPr>
            </p:pic>
            <p:pic>
              <p:nvPicPr>
                <p:cNvPr id="25" name="图片 24" descr="图层 6"/>
                <p:cNvPicPr>
                  <a:picLocks noChangeAspect="1"/>
                </p:cNvPicPr>
                <p:nvPr/>
              </p:nvPicPr>
              <p:blipFill>
                <a:blip r:embed="rId30">
                  <a:alphaModFix amt="81000"/>
                  <a:grayscl/>
                </a:blip>
                <a:stretch>
                  <a:fillRect/>
                </a:stretch>
              </p:blipFill>
              <p:spPr>
                <a:xfrm>
                  <a:off x="690" y="7748"/>
                  <a:ext cx="1451" cy="1475"/>
                </a:xfrm>
                <a:prstGeom prst="rect">
                  <a:avLst/>
                </a:prstGeom>
              </p:spPr>
            </p:pic>
            <p:pic>
              <p:nvPicPr>
                <p:cNvPr id="36" name="图片 35" descr="56"/>
                <p:cNvPicPr>
                  <a:picLocks noChangeAspect="1"/>
                </p:cNvPicPr>
                <p:nvPr/>
              </p:nvPicPr>
              <p:blipFill>
                <a:blip r:embed="rId31">
                  <a:alphaModFix amt="53000"/>
                  <a:grayscl/>
                </a:blip>
                <a:stretch>
                  <a:fillRect/>
                </a:stretch>
              </p:blipFill>
              <p:spPr>
                <a:xfrm>
                  <a:off x="10331" y="3216"/>
                  <a:ext cx="8700" cy="7995"/>
                </a:xfrm>
                <a:prstGeom prst="rect">
                  <a:avLst/>
                </a:prstGeom>
              </p:spPr>
            </p:pic>
            <p:pic>
              <p:nvPicPr>
                <p:cNvPr id="50" name="图片 49" descr="pickconch_item3"/>
                <p:cNvPicPr>
                  <a:picLocks noChangeAspect="1"/>
                </p:cNvPicPr>
                <p:nvPr>
                  <p:custDataLst>
                    <p:tags r:id="rId16"/>
                  </p:custDataLst>
                </p:nvPr>
              </p:nvPicPr>
              <p:blipFill>
                <a:blip r:embed="rId32">
                  <a:alphaModFix amt="51000"/>
                  <a:grayscl/>
                </a:blip>
                <a:stretch>
                  <a:fillRect/>
                </a:stretch>
              </p:blipFill>
              <p:spPr>
                <a:xfrm>
                  <a:off x="14954" y="5485"/>
                  <a:ext cx="4989" cy="5512"/>
                </a:xfrm>
                <a:prstGeom prst="rect">
                  <a:avLst/>
                </a:prstGeom>
              </p:spPr>
            </p:pic>
            <p:pic>
              <p:nvPicPr>
                <p:cNvPr id="46" name="图片 45" descr="loading_yun_j.7c65634d."/>
                <p:cNvPicPr>
                  <a:picLocks noChangeAspect="1"/>
                </p:cNvPicPr>
                <p:nvPr>
                  <p:custDataLst>
                    <p:tags r:id="rId17"/>
                  </p:custDataLst>
                </p:nvPr>
              </p:nvPicPr>
              <p:blipFill>
                <a:blip r:embed="rId33">
                  <a:alphaModFix amt="63000"/>
                  <a:grayscl/>
                </a:blip>
                <a:stretch>
                  <a:fillRect/>
                </a:stretch>
              </p:blipFill>
              <p:spPr>
                <a:xfrm flipH="1">
                  <a:off x="12561" y="1543"/>
                  <a:ext cx="5325" cy="1860"/>
                </a:xfrm>
                <a:prstGeom prst="rect">
                  <a:avLst/>
                </a:prstGeom>
              </p:spPr>
            </p:pic>
            <p:pic>
              <p:nvPicPr>
                <p:cNvPr id="47" name="图片 46" descr="loading_yun_j.7c65634d."/>
                <p:cNvPicPr>
                  <a:picLocks noChangeAspect="1"/>
                </p:cNvPicPr>
                <p:nvPr>
                  <p:custDataLst>
                    <p:tags r:id="rId18"/>
                  </p:custDataLst>
                </p:nvPr>
              </p:nvPicPr>
              <p:blipFill>
                <a:blip r:embed="rId33">
                  <a:alphaModFix amt="63000"/>
                  <a:grayscl/>
                </a:blip>
                <a:stretch>
                  <a:fillRect/>
                </a:stretch>
              </p:blipFill>
              <p:spPr>
                <a:xfrm>
                  <a:off x="8204" y="6064"/>
                  <a:ext cx="3859" cy="1348"/>
                </a:xfrm>
                <a:prstGeom prst="rect">
                  <a:avLst/>
                </a:prstGeom>
              </p:spPr>
            </p:pic>
          </p:grpSp>
        </p:grpSp>
        <p:pic>
          <p:nvPicPr>
            <p:cNvPr id="44" name="图片 43" descr="a_bg_Hydro.015af75a."/>
            <p:cNvPicPr>
              <a:picLocks noChangeAspect="1"/>
            </p:cNvPicPr>
            <p:nvPr>
              <p:custDataLst>
                <p:tags r:id="rId13"/>
              </p:custDataLst>
            </p:nvPr>
          </p:nvPicPr>
          <p:blipFill>
            <a:blip r:embed="rId25">
              <a:grayscl/>
            </a:blip>
            <a:srcRect l="-10000" b="5824"/>
            <a:stretch>
              <a:fillRect/>
            </a:stretch>
          </p:blipFill>
          <p:spPr>
            <a:xfrm rot="5400000">
              <a:off x="8342" y="-1892"/>
              <a:ext cx="132" cy="14101"/>
            </a:xfrm>
            <a:prstGeom prst="rect">
              <a:avLst/>
            </a:prstGeom>
          </p:spPr>
        </p:pic>
        <p:pic>
          <p:nvPicPr>
            <p:cNvPr id="45" name="图片 44" descr="a_bg_Hydro.015af75a."/>
            <p:cNvPicPr>
              <a:picLocks noChangeAspect="1"/>
            </p:cNvPicPr>
            <p:nvPr>
              <p:custDataLst>
                <p:tags r:id="rId14"/>
              </p:custDataLst>
            </p:nvPr>
          </p:nvPicPr>
          <p:blipFill>
            <a:blip r:embed="rId25">
              <a:grayscl/>
            </a:blip>
            <a:srcRect r="29167" b="12612"/>
            <a:stretch>
              <a:fillRect/>
            </a:stretch>
          </p:blipFill>
          <p:spPr>
            <a:xfrm rot="5400000" flipH="1">
              <a:off x="4246" y="2511"/>
              <a:ext cx="85" cy="5862"/>
            </a:xfrm>
            <a:prstGeom prst="rect">
              <a:avLst/>
            </a:prstGeom>
          </p:spPr>
        </p:pic>
      </p:grpSp>
      <p:pic>
        <p:nvPicPr>
          <p:cNvPr id="39" name="图片 38" descr="loading_yun_b.8d035836."/>
          <p:cNvPicPr>
            <a:picLocks noChangeAspect="1"/>
          </p:cNvPicPr>
          <p:nvPr>
            <p:custDataLst>
              <p:tags r:id="rId5"/>
            </p:custDataLst>
          </p:nvPr>
        </p:nvPicPr>
        <p:blipFill>
          <a:blip r:embed="rId34">
            <a:grayscl/>
          </a:blip>
          <a:stretch>
            <a:fillRect/>
          </a:stretch>
        </p:blipFill>
        <p:spPr>
          <a:xfrm rot="5580000">
            <a:off x="689610" y="311785"/>
            <a:ext cx="1946275" cy="1800860"/>
          </a:xfrm>
          <a:prstGeom prst="rect">
            <a:avLst/>
          </a:prstGeom>
        </p:spPr>
      </p:pic>
      <p:pic>
        <p:nvPicPr>
          <p:cNvPr id="40" name="图片 39" descr="loading_yun_a.1ad92388."/>
          <p:cNvPicPr>
            <a:picLocks noChangeAspect="1"/>
          </p:cNvPicPr>
          <p:nvPr>
            <p:custDataLst>
              <p:tags r:id="rId6"/>
            </p:custDataLst>
          </p:nvPr>
        </p:nvPicPr>
        <p:blipFill>
          <a:blip r:embed="rId35">
            <a:grayscl/>
          </a:blip>
          <a:stretch>
            <a:fillRect/>
          </a:stretch>
        </p:blipFill>
        <p:spPr>
          <a:xfrm rot="3600000" flipH="1">
            <a:off x="-1393190" y="-1647825"/>
            <a:ext cx="3389630" cy="3380740"/>
          </a:xfrm>
          <a:prstGeom prst="rect">
            <a:avLst/>
          </a:prstGeom>
        </p:spPr>
      </p:pic>
      <p:pic>
        <p:nvPicPr>
          <p:cNvPr id="5" name="图片 4" descr="d07_quan_shexing.728ecf77."/>
          <p:cNvPicPr>
            <a:picLocks noChangeAspect="1"/>
          </p:cNvPicPr>
          <p:nvPr/>
        </p:nvPicPr>
        <p:blipFill>
          <a:blip r:embed="rId36"/>
          <a:stretch>
            <a:fillRect/>
          </a:stretch>
        </p:blipFill>
        <p:spPr>
          <a:xfrm>
            <a:off x="2120265" y="4078605"/>
            <a:ext cx="2962275" cy="1879600"/>
          </a:xfrm>
          <a:prstGeom prst="rect">
            <a:avLst/>
          </a:prstGeom>
        </p:spPr>
      </p:pic>
      <p:pic>
        <p:nvPicPr>
          <p:cNvPr id="51" name="图片 50" descr="图层 3"/>
          <p:cNvPicPr>
            <a:picLocks noChangeAspect="1"/>
          </p:cNvPicPr>
          <p:nvPr>
            <p:custDataLst>
              <p:tags r:id="rId7"/>
            </p:custDataLst>
          </p:nvPr>
        </p:nvPicPr>
        <p:blipFill>
          <a:blip r:embed="rId37">
            <a:alphaModFix amt="60000"/>
          </a:blip>
          <a:stretch>
            <a:fillRect/>
          </a:stretch>
        </p:blipFill>
        <p:spPr>
          <a:xfrm rot="16200000">
            <a:off x="1005840" y="2091055"/>
            <a:ext cx="5457825" cy="200025"/>
          </a:xfrm>
          <a:prstGeom prst="rect">
            <a:avLst/>
          </a:prstGeom>
        </p:spPr>
      </p:pic>
      <p:pic>
        <p:nvPicPr>
          <p:cNvPr id="52" name="图片 51" descr="图层 2"/>
          <p:cNvPicPr>
            <a:picLocks noChangeAspect="1"/>
          </p:cNvPicPr>
          <p:nvPr>
            <p:custDataLst>
              <p:tags r:id="rId8"/>
            </p:custDataLst>
          </p:nvPr>
        </p:nvPicPr>
        <p:blipFill>
          <a:blip r:embed="rId38">
            <a:alphaModFix amt="70000"/>
          </a:blip>
          <a:stretch>
            <a:fillRect/>
          </a:stretch>
        </p:blipFill>
        <p:spPr>
          <a:xfrm rot="16200000">
            <a:off x="2729865" y="4253865"/>
            <a:ext cx="2009775" cy="1400175"/>
          </a:xfrm>
          <a:prstGeom prst="rect">
            <a:avLst/>
          </a:prstGeom>
        </p:spPr>
      </p:pic>
      <p:pic>
        <p:nvPicPr>
          <p:cNvPr id="53" name="图片 52" descr="图层 4"/>
          <p:cNvPicPr>
            <a:picLocks noChangeAspect="1"/>
          </p:cNvPicPr>
          <p:nvPr>
            <p:custDataLst>
              <p:tags r:id="rId9"/>
            </p:custDataLst>
          </p:nvPr>
        </p:nvPicPr>
        <p:blipFill>
          <a:blip r:embed="rId39">
            <a:alphaModFix amt="39000"/>
          </a:blip>
          <a:stretch>
            <a:fillRect/>
          </a:stretch>
        </p:blipFill>
        <p:spPr>
          <a:xfrm rot="17760000">
            <a:off x="3121660" y="4659630"/>
            <a:ext cx="1314450" cy="1285875"/>
          </a:xfrm>
          <a:prstGeom prst="rect">
            <a:avLst/>
          </a:prstGeom>
        </p:spPr>
      </p:pic>
      <p:grpSp>
        <p:nvGrpSpPr>
          <p:cNvPr id="7" name="组合 6"/>
          <p:cNvGrpSpPr/>
          <p:nvPr/>
        </p:nvGrpSpPr>
        <p:grpSpPr>
          <a:xfrm>
            <a:off x="202565" y="-50105310"/>
            <a:ext cx="12315825" cy="47426245"/>
            <a:chOff x="-169" y="-63888"/>
            <a:chExt cx="19395" cy="74687"/>
          </a:xfrm>
        </p:grpSpPr>
        <p:pic>
          <p:nvPicPr>
            <p:cNvPr id="8" name="图片 7" descr="图片1"/>
            <p:cNvPicPr>
              <a:picLocks noChangeAspect="1"/>
            </p:cNvPicPr>
            <p:nvPr>
              <p:custDataLst>
                <p:tags r:id="rId10"/>
              </p:custDataLst>
            </p:nvPr>
          </p:nvPicPr>
          <p:blipFill>
            <a:blip r:embed="rId20"/>
            <a:stretch>
              <a:fillRect/>
            </a:stretch>
          </p:blipFill>
          <p:spPr>
            <a:xfrm>
              <a:off x="-169" y="25"/>
              <a:ext cx="19200" cy="10775"/>
            </a:xfrm>
            <a:prstGeom prst="rect">
              <a:avLst/>
            </a:prstGeom>
          </p:spPr>
        </p:pic>
        <p:grpSp>
          <p:nvGrpSpPr>
            <p:cNvPr id="10" name="组合 9"/>
            <p:cNvGrpSpPr/>
            <p:nvPr/>
          </p:nvGrpSpPr>
          <p:grpSpPr>
            <a:xfrm>
              <a:off x="26" y="-63888"/>
              <a:ext cx="19200" cy="63888"/>
              <a:chOff x="1" y="-30778"/>
              <a:chExt cx="19200" cy="63888"/>
            </a:xfrm>
          </p:grpSpPr>
          <p:pic>
            <p:nvPicPr>
              <p:cNvPr id="11" name="图片 10" descr="bg_pre.e90b30fe."/>
              <p:cNvPicPr>
                <a:picLocks noChangeAspect="1"/>
              </p:cNvPicPr>
              <p:nvPr>
                <p:custDataLst>
                  <p:tags r:id="rId11"/>
                </p:custDataLst>
              </p:nvPr>
            </p:nvPicPr>
            <p:blipFill>
              <a:blip r:embed="rId40"/>
              <a:stretch>
                <a:fillRect/>
              </a:stretch>
            </p:blipFill>
            <p:spPr>
              <a:xfrm>
                <a:off x="1" y="-30778"/>
                <a:ext cx="19199" cy="41578"/>
              </a:xfrm>
              <a:prstGeom prst="rect">
                <a:avLst/>
              </a:prstGeom>
            </p:spPr>
          </p:pic>
          <p:pic>
            <p:nvPicPr>
              <p:cNvPr id="12" name="图片 11" descr="新建画布2"/>
              <p:cNvPicPr>
                <a:picLocks noChangeAspect="1"/>
              </p:cNvPicPr>
              <p:nvPr>
                <p:custDataLst>
                  <p:tags r:id="rId12"/>
                </p:custDataLst>
              </p:nvPr>
            </p:nvPicPr>
            <p:blipFill>
              <a:blip r:embed="rId41"/>
              <a:stretch>
                <a:fillRect/>
              </a:stretch>
            </p:blipFill>
            <p:spPr>
              <a:xfrm>
                <a:off x="1" y="-8892"/>
                <a:ext cx="19200" cy="42002"/>
              </a:xfrm>
              <a:prstGeom prst="rect">
                <a:avLst/>
              </a:prstGeom>
            </p:spPr>
          </p:pic>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500"/>
                                  </p:stCondLst>
                                  <p:childTnLst>
                                    <p:set>
                                      <p:cBhvr>
                                        <p:cTn id="6" dur="500"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ID="9" presetClass="exit" presetSubtype="0" fill="hold" nodeType="after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39829740"/>
            <a:ext cx="12192000" cy="40568880"/>
            <a:chOff x="1" y="-30778"/>
            <a:chExt cx="19200" cy="63888"/>
          </a:xfrm>
        </p:grpSpPr>
        <p:pic>
          <p:nvPicPr>
            <p:cNvPr id="4" name="图片 3" descr="bg_pre.e90b30fe."/>
            <p:cNvPicPr>
              <a:picLocks noChangeAspect="1"/>
            </p:cNvPicPr>
            <p:nvPr>
              <p:custDataLst>
                <p:tags r:id="rId16"/>
              </p:custDataLst>
            </p:nvPr>
          </p:nvPicPr>
          <p:blipFill>
            <a:blip r:embed="rId18"/>
            <a:stretch>
              <a:fillRect/>
            </a:stretch>
          </p:blipFill>
          <p:spPr>
            <a:xfrm>
              <a:off x="1" y="-30778"/>
              <a:ext cx="19199" cy="41578"/>
            </a:xfrm>
            <a:prstGeom prst="rect">
              <a:avLst/>
            </a:prstGeom>
          </p:spPr>
        </p:pic>
        <p:pic>
          <p:nvPicPr>
            <p:cNvPr id="14" name="图片 13" descr="新建画布2"/>
            <p:cNvPicPr>
              <a:picLocks noChangeAspect="1"/>
            </p:cNvPicPr>
            <p:nvPr/>
          </p:nvPicPr>
          <p:blipFill>
            <a:blip r:embed="rId19"/>
            <a:stretch>
              <a:fillRect/>
            </a:stretch>
          </p:blipFill>
          <p:spPr>
            <a:xfrm>
              <a:off x="1" y="-8892"/>
              <a:ext cx="19200" cy="42002"/>
            </a:xfrm>
            <a:prstGeom prst="rect">
              <a:avLst/>
            </a:prstGeom>
          </p:spPr>
        </p:pic>
      </p:grpSp>
      <p:pic>
        <p:nvPicPr>
          <p:cNvPr id="9" name="图片 8" descr="slg_water_a.75d11fd3." hidden="1"/>
          <p:cNvPicPr>
            <a:picLocks noChangeAspect="1"/>
          </p:cNvPicPr>
          <p:nvPr>
            <p:custDataLst>
              <p:tags r:id="rId1"/>
            </p:custDataLst>
          </p:nvPr>
        </p:nvPicPr>
        <p:blipFill>
          <a:blip r:embed="rId20"/>
          <a:stretch>
            <a:fillRect/>
          </a:stretch>
        </p:blipFill>
        <p:spPr>
          <a:xfrm>
            <a:off x="-99060" y="3881755"/>
            <a:ext cx="12192000" cy="2976245"/>
          </a:xfrm>
          <a:prstGeom prst="rect">
            <a:avLst/>
          </a:prstGeom>
        </p:spPr>
      </p:pic>
      <p:pic>
        <p:nvPicPr>
          <p:cNvPr id="2" name="图片 1" descr="loading_right_cloud_2.8874dabb." hidden="1"/>
          <p:cNvPicPr>
            <a:picLocks noChangeAspect="1"/>
          </p:cNvPicPr>
          <p:nvPr>
            <p:custDataLst>
              <p:tags r:id="rId2"/>
            </p:custDataLst>
          </p:nvPr>
        </p:nvPicPr>
        <p:blipFill>
          <a:blip r:embed="rId21"/>
          <a:stretch>
            <a:fillRect/>
          </a:stretch>
        </p:blipFill>
        <p:spPr>
          <a:xfrm>
            <a:off x="2388235" y="301625"/>
            <a:ext cx="10104120" cy="6858000"/>
          </a:xfrm>
          <a:prstGeom prst="rect">
            <a:avLst/>
          </a:prstGeom>
        </p:spPr>
      </p:pic>
      <p:pic>
        <p:nvPicPr>
          <p:cNvPr id="3" name="图片 2" descr="loading_left_cloud.0aa1e84b." hidden="1"/>
          <p:cNvPicPr>
            <a:picLocks noChangeAspect="1"/>
          </p:cNvPicPr>
          <p:nvPr>
            <p:custDataLst>
              <p:tags r:id="rId3"/>
            </p:custDataLst>
          </p:nvPr>
        </p:nvPicPr>
        <p:blipFill>
          <a:blip r:embed="rId22"/>
          <a:stretch>
            <a:fillRect/>
          </a:stretch>
        </p:blipFill>
        <p:spPr>
          <a:xfrm>
            <a:off x="-1524000" y="555625"/>
            <a:ext cx="10213975" cy="6858000"/>
          </a:xfrm>
          <a:prstGeom prst="rect">
            <a:avLst/>
          </a:prstGeom>
        </p:spPr>
      </p:pic>
      <p:grpSp>
        <p:nvGrpSpPr>
          <p:cNvPr id="7" name="组合 6"/>
          <p:cNvGrpSpPr/>
          <p:nvPr/>
        </p:nvGrpSpPr>
        <p:grpSpPr>
          <a:xfrm>
            <a:off x="0" y="-615170"/>
            <a:ext cx="12661900" cy="7741920"/>
            <a:chOff x="0" y="-982"/>
            <a:chExt cx="19940" cy="12192"/>
          </a:xfrm>
        </p:grpSpPr>
        <p:grpSp>
          <p:nvGrpSpPr>
            <p:cNvPr id="55" name="组合 54"/>
            <p:cNvGrpSpPr/>
            <p:nvPr/>
          </p:nvGrpSpPr>
          <p:grpSpPr>
            <a:xfrm>
              <a:off x="0" y="-982"/>
              <a:ext cx="19941" cy="12192"/>
              <a:chOff x="0" y="-982"/>
              <a:chExt cx="19941" cy="12192"/>
            </a:xfrm>
          </p:grpSpPr>
          <p:pic>
            <p:nvPicPr>
              <p:cNvPr id="20" name="图片 19" descr="system_video_border.c05fa411."/>
              <p:cNvPicPr>
                <a:picLocks noChangeAspect="1"/>
              </p:cNvPicPr>
              <p:nvPr/>
            </p:nvPicPr>
            <p:blipFill>
              <a:blip r:embed="rId23"/>
              <a:stretch>
                <a:fillRect/>
              </a:stretch>
            </p:blipFill>
            <p:spPr>
              <a:xfrm>
                <a:off x="0" y="-287"/>
                <a:ext cx="19226" cy="11327"/>
              </a:xfrm>
              <a:prstGeom prst="rect">
                <a:avLst/>
              </a:prstGeom>
            </p:spPr>
          </p:pic>
          <p:grpSp>
            <p:nvGrpSpPr>
              <p:cNvPr id="54" name="组合 53"/>
              <p:cNvGrpSpPr/>
              <p:nvPr/>
            </p:nvGrpSpPr>
            <p:grpSpPr>
              <a:xfrm>
                <a:off x="319" y="-982"/>
                <a:ext cx="19623" cy="12192"/>
                <a:chOff x="319" y="-982"/>
                <a:chExt cx="19623" cy="12192"/>
              </a:xfrm>
            </p:grpSpPr>
            <p:pic>
              <p:nvPicPr>
                <p:cNvPr id="15" name="图片 14" descr="a_bg_Hydro.015af75a."/>
                <p:cNvPicPr>
                  <a:picLocks noChangeAspect="1"/>
                </p:cNvPicPr>
                <p:nvPr>
                  <p:custDataLst>
                    <p:tags r:id="rId12"/>
                  </p:custDataLst>
                </p:nvPr>
              </p:nvPicPr>
              <p:blipFill>
                <a:blip r:embed="rId24"/>
                <a:stretch>
                  <a:fillRect/>
                </a:stretch>
              </p:blipFill>
              <p:spPr>
                <a:xfrm rot="5400000" flipH="1">
                  <a:off x="2749" y="5083"/>
                  <a:ext cx="2932" cy="6010"/>
                </a:xfrm>
                <a:prstGeom prst="rect">
                  <a:avLst/>
                </a:prstGeom>
              </p:spPr>
            </p:pic>
            <p:pic>
              <p:nvPicPr>
                <p:cNvPr id="21" name="图片 20" descr="图层 2"/>
                <p:cNvPicPr>
                  <a:picLocks noChangeAspect="1"/>
                </p:cNvPicPr>
                <p:nvPr/>
              </p:nvPicPr>
              <p:blipFill>
                <a:blip r:embed="rId25">
                  <a:alphaModFix amt="93000"/>
                </a:blip>
                <a:stretch>
                  <a:fillRect/>
                </a:stretch>
              </p:blipFill>
              <p:spPr>
                <a:xfrm>
                  <a:off x="319" y="9223"/>
                  <a:ext cx="2250" cy="993"/>
                </a:xfrm>
                <a:prstGeom prst="rect">
                  <a:avLst/>
                </a:prstGeom>
              </p:spPr>
            </p:pic>
            <p:pic>
              <p:nvPicPr>
                <p:cNvPr id="22" name="图片 21" descr="图层 3"/>
                <p:cNvPicPr>
                  <a:picLocks noChangeAspect="1"/>
                </p:cNvPicPr>
                <p:nvPr/>
              </p:nvPicPr>
              <p:blipFill>
                <a:blip r:embed="rId26"/>
                <a:stretch>
                  <a:fillRect/>
                </a:stretch>
              </p:blipFill>
              <p:spPr>
                <a:xfrm>
                  <a:off x="17886" y="-982"/>
                  <a:ext cx="1590" cy="1650"/>
                </a:xfrm>
                <a:prstGeom prst="rect">
                  <a:avLst/>
                </a:prstGeom>
              </p:spPr>
            </p:pic>
            <p:pic>
              <p:nvPicPr>
                <p:cNvPr id="23" name="图片 22" descr="图层 4"/>
                <p:cNvPicPr>
                  <a:picLocks noChangeAspect="1"/>
                </p:cNvPicPr>
                <p:nvPr/>
              </p:nvPicPr>
              <p:blipFill>
                <a:blip r:embed="rId27">
                  <a:alphaModFix amt="77000"/>
                </a:blip>
                <a:stretch>
                  <a:fillRect/>
                </a:stretch>
              </p:blipFill>
              <p:spPr>
                <a:xfrm>
                  <a:off x="18103" y="668"/>
                  <a:ext cx="1155" cy="1080"/>
                </a:xfrm>
                <a:prstGeom prst="rect">
                  <a:avLst/>
                </a:prstGeom>
              </p:spPr>
            </p:pic>
            <p:pic>
              <p:nvPicPr>
                <p:cNvPr id="24" name="图片 23" descr="图层 5"/>
                <p:cNvPicPr>
                  <a:picLocks noChangeAspect="1"/>
                </p:cNvPicPr>
                <p:nvPr/>
              </p:nvPicPr>
              <p:blipFill>
                <a:blip r:embed="rId28">
                  <a:alphaModFix amt="86000"/>
                </a:blip>
                <a:stretch>
                  <a:fillRect/>
                </a:stretch>
              </p:blipFill>
              <p:spPr>
                <a:xfrm>
                  <a:off x="16795" y="185"/>
                  <a:ext cx="1308" cy="1334"/>
                </a:xfrm>
                <a:prstGeom prst="rect">
                  <a:avLst/>
                </a:prstGeom>
              </p:spPr>
            </p:pic>
            <p:pic>
              <p:nvPicPr>
                <p:cNvPr id="25" name="图片 24" descr="图层 6"/>
                <p:cNvPicPr>
                  <a:picLocks noChangeAspect="1"/>
                </p:cNvPicPr>
                <p:nvPr/>
              </p:nvPicPr>
              <p:blipFill>
                <a:blip r:embed="rId29">
                  <a:alphaModFix amt="81000"/>
                </a:blip>
                <a:stretch>
                  <a:fillRect/>
                </a:stretch>
              </p:blipFill>
              <p:spPr>
                <a:xfrm>
                  <a:off x="690" y="7748"/>
                  <a:ext cx="1451" cy="1475"/>
                </a:xfrm>
                <a:prstGeom prst="rect">
                  <a:avLst/>
                </a:prstGeom>
              </p:spPr>
            </p:pic>
            <p:pic>
              <p:nvPicPr>
                <p:cNvPr id="36" name="图片 35" descr="56"/>
                <p:cNvPicPr>
                  <a:picLocks noChangeAspect="1"/>
                </p:cNvPicPr>
                <p:nvPr/>
              </p:nvPicPr>
              <p:blipFill>
                <a:blip r:embed="rId30">
                  <a:alphaModFix amt="53000"/>
                </a:blip>
                <a:stretch>
                  <a:fillRect/>
                </a:stretch>
              </p:blipFill>
              <p:spPr>
                <a:xfrm>
                  <a:off x="10331" y="3216"/>
                  <a:ext cx="8700" cy="7995"/>
                </a:xfrm>
                <a:prstGeom prst="rect">
                  <a:avLst/>
                </a:prstGeom>
              </p:spPr>
            </p:pic>
            <p:pic>
              <p:nvPicPr>
                <p:cNvPr id="50" name="图片 49" descr="pickconch_item3"/>
                <p:cNvPicPr>
                  <a:picLocks noChangeAspect="1"/>
                </p:cNvPicPr>
                <p:nvPr>
                  <p:custDataLst>
                    <p:tags r:id="rId13"/>
                  </p:custDataLst>
                </p:nvPr>
              </p:nvPicPr>
              <p:blipFill>
                <a:blip r:embed="rId31">
                  <a:alphaModFix amt="51000"/>
                </a:blip>
                <a:stretch>
                  <a:fillRect/>
                </a:stretch>
              </p:blipFill>
              <p:spPr>
                <a:xfrm>
                  <a:off x="14954" y="5485"/>
                  <a:ext cx="4989" cy="5512"/>
                </a:xfrm>
                <a:prstGeom prst="rect">
                  <a:avLst/>
                </a:prstGeom>
              </p:spPr>
            </p:pic>
            <p:pic>
              <p:nvPicPr>
                <p:cNvPr id="46" name="图片 45" descr="loading_yun_j.7c65634d."/>
                <p:cNvPicPr>
                  <a:picLocks noChangeAspect="1"/>
                </p:cNvPicPr>
                <p:nvPr>
                  <p:custDataLst>
                    <p:tags r:id="rId14"/>
                  </p:custDataLst>
                </p:nvPr>
              </p:nvPicPr>
              <p:blipFill>
                <a:blip r:embed="rId32">
                  <a:alphaModFix amt="63000"/>
                  <a:lum bright="40000" contrast="-28000"/>
                </a:blip>
                <a:stretch>
                  <a:fillRect/>
                </a:stretch>
              </p:blipFill>
              <p:spPr>
                <a:xfrm flipH="1">
                  <a:off x="12561" y="1543"/>
                  <a:ext cx="5325" cy="1860"/>
                </a:xfrm>
                <a:prstGeom prst="rect">
                  <a:avLst/>
                </a:prstGeom>
              </p:spPr>
            </p:pic>
            <p:pic>
              <p:nvPicPr>
                <p:cNvPr id="47" name="图片 46" descr="loading_yun_j.7c65634d."/>
                <p:cNvPicPr>
                  <a:picLocks noChangeAspect="1"/>
                </p:cNvPicPr>
                <p:nvPr>
                  <p:custDataLst>
                    <p:tags r:id="rId15"/>
                  </p:custDataLst>
                </p:nvPr>
              </p:nvPicPr>
              <p:blipFill>
                <a:blip r:embed="rId32">
                  <a:alphaModFix amt="63000"/>
                  <a:lum bright="40000" contrast="-28000"/>
                </a:blip>
                <a:stretch>
                  <a:fillRect/>
                </a:stretch>
              </p:blipFill>
              <p:spPr>
                <a:xfrm>
                  <a:off x="8204" y="6064"/>
                  <a:ext cx="3859" cy="1348"/>
                </a:xfrm>
                <a:prstGeom prst="rect">
                  <a:avLst/>
                </a:prstGeom>
              </p:spPr>
            </p:pic>
          </p:grpSp>
        </p:grpSp>
        <p:pic>
          <p:nvPicPr>
            <p:cNvPr id="44" name="图片 43" descr="a_bg_Hydro.015af75a."/>
            <p:cNvPicPr>
              <a:picLocks noChangeAspect="1"/>
            </p:cNvPicPr>
            <p:nvPr>
              <p:custDataLst>
                <p:tags r:id="rId10"/>
              </p:custDataLst>
            </p:nvPr>
          </p:nvPicPr>
          <p:blipFill>
            <a:blip r:embed="rId24"/>
            <a:srcRect l="-10000" b="5824"/>
            <a:stretch>
              <a:fillRect/>
            </a:stretch>
          </p:blipFill>
          <p:spPr>
            <a:xfrm rot="5400000">
              <a:off x="8342" y="-1892"/>
              <a:ext cx="132" cy="14101"/>
            </a:xfrm>
            <a:prstGeom prst="rect">
              <a:avLst/>
            </a:prstGeom>
          </p:spPr>
        </p:pic>
        <p:pic>
          <p:nvPicPr>
            <p:cNvPr id="45" name="图片 44" descr="a_bg_Hydro.015af75a."/>
            <p:cNvPicPr>
              <a:picLocks noChangeAspect="1"/>
            </p:cNvPicPr>
            <p:nvPr>
              <p:custDataLst>
                <p:tags r:id="rId11"/>
              </p:custDataLst>
            </p:nvPr>
          </p:nvPicPr>
          <p:blipFill>
            <a:blip r:embed="rId24"/>
            <a:srcRect r="29167" b="12612"/>
            <a:stretch>
              <a:fillRect/>
            </a:stretch>
          </p:blipFill>
          <p:spPr>
            <a:xfrm rot="5400000" flipH="1">
              <a:off x="4246" y="2511"/>
              <a:ext cx="85" cy="5862"/>
            </a:xfrm>
            <a:prstGeom prst="rect">
              <a:avLst/>
            </a:prstGeom>
          </p:spPr>
        </p:pic>
      </p:grpSp>
      <p:pic>
        <p:nvPicPr>
          <p:cNvPr id="40" name="图片 39" descr="loading_yun_a.1ad92388."/>
          <p:cNvPicPr>
            <a:picLocks noChangeAspect="1"/>
          </p:cNvPicPr>
          <p:nvPr>
            <p:custDataLst>
              <p:tags r:id="rId4"/>
            </p:custDataLst>
          </p:nvPr>
        </p:nvPicPr>
        <p:blipFill>
          <a:blip r:embed="rId33"/>
          <a:stretch>
            <a:fillRect/>
          </a:stretch>
        </p:blipFill>
        <p:spPr>
          <a:xfrm rot="3600000" flipH="1">
            <a:off x="-918454" y="-993035"/>
            <a:ext cx="2716194" cy="2709070"/>
          </a:xfrm>
          <a:prstGeom prst="rect">
            <a:avLst/>
          </a:prstGeom>
        </p:spPr>
      </p:pic>
      <p:pic>
        <p:nvPicPr>
          <p:cNvPr id="52" name="图片 51" descr="图层 2"/>
          <p:cNvPicPr>
            <a:picLocks noChangeAspect="1"/>
          </p:cNvPicPr>
          <p:nvPr>
            <p:custDataLst>
              <p:tags r:id="rId5"/>
            </p:custDataLst>
          </p:nvPr>
        </p:nvPicPr>
        <p:blipFill>
          <a:blip r:embed="rId34">
            <a:alphaModFix amt="70000"/>
          </a:blip>
          <a:stretch>
            <a:fillRect/>
          </a:stretch>
        </p:blipFill>
        <p:spPr>
          <a:xfrm rot="16200000">
            <a:off x="2729865" y="4253865"/>
            <a:ext cx="2009775" cy="1400175"/>
          </a:xfrm>
          <a:prstGeom prst="rect">
            <a:avLst/>
          </a:prstGeom>
        </p:spPr>
      </p:pic>
      <p:sp>
        <p:nvSpPr>
          <p:cNvPr id="42" name="文本框 41"/>
          <p:cNvSpPr txBox="1"/>
          <p:nvPr/>
        </p:nvSpPr>
        <p:spPr>
          <a:xfrm>
            <a:off x="1014878" y="1594681"/>
            <a:ext cx="9858375" cy="2585323"/>
          </a:xfrm>
          <a:prstGeom prst="rect">
            <a:avLst/>
          </a:prstGeom>
          <a:noFill/>
        </p:spPr>
        <p:txBody>
          <a:bodyPr wrap="square" rtlCol="0">
            <a:spAutoFit/>
          </a:bodyPr>
          <a:lstStyle/>
          <a:p>
            <a:r>
              <a:rPr lang="en-US" altLang="zh-CN" sz="5400" b="1" dirty="0">
                <a:gradFill>
                  <a:gsLst>
                    <a:gs pos="0">
                      <a:schemeClr val="accent1">
                        <a:lumMod val="40000"/>
                        <a:lumOff val="60000"/>
                      </a:schemeClr>
                    </a:gs>
                    <a:gs pos="100000">
                      <a:srgbClr val="5B8EDB"/>
                    </a:gs>
                  </a:gsLst>
                  <a:lin ang="5400000" scaled="0"/>
                </a:gradFill>
                <a:latin typeface="Cambria" panose="02040503050406030204" pitchFamily="18" charset="0"/>
                <a:ea typeface="Cambria" panose="02040503050406030204" pitchFamily="18" charset="0"/>
              </a:rPr>
              <a:t>Why Are </a:t>
            </a:r>
          </a:p>
          <a:p>
            <a:pPr algn="ctr"/>
            <a:r>
              <a:rPr lang="en-US" altLang="zh-CN" sz="5400" b="1" dirty="0">
                <a:gradFill>
                  <a:gsLst>
                    <a:gs pos="0">
                      <a:schemeClr val="accent1">
                        <a:lumMod val="40000"/>
                        <a:lumOff val="60000"/>
                      </a:schemeClr>
                    </a:gs>
                    <a:gs pos="100000">
                      <a:srgbClr val="5B8EDB"/>
                    </a:gs>
                  </a:gsLst>
                  <a:lin ang="5400000" scaled="0"/>
                </a:gradFill>
                <a:latin typeface="Cambria" panose="02040503050406030204" pitchFamily="18" charset="0"/>
                <a:ea typeface="Cambria" panose="02040503050406030204" pitchFamily="18" charset="0"/>
              </a:rPr>
              <a:t>Social Skills a Must-Have for College Students?</a:t>
            </a:r>
            <a:endParaRPr lang="zh-CN" altLang="en-US" sz="5400" b="1" dirty="0">
              <a:gradFill>
                <a:gsLst>
                  <a:gs pos="0">
                    <a:schemeClr val="accent1">
                      <a:lumMod val="40000"/>
                      <a:lumOff val="60000"/>
                    </a:schemeClr>
                  </a:gs>
                  <a:gs pos="100000">
                    <a:srgbClr val="5B8EDB"/>
                  </a:gs>
                </a:gsLst>
                <a:lin ang="5400000" scaled="0"/>
              </a:gradFill>
              <a:latin typeface="Cambria" panose="02040503050406030204" pitchFamily="18" charset="0"/>
              <a:ea typeface="江西拙楷" panose="02010600040101010101" charset="-122"/>
            </a:endParaRPr>
          </a:p>
        </p:txBody>
      </p:sp>
      <p:sp>
        <p:nvSpPr>
          <p:cNvPr id="43" name="文本框 42"/>
          <p:cNvSpPr txBox="1"/>
          <p:nvPr>
            <p:custDataLst>
              <p:tags r:id="rId6"/>
            </p:custDataLst>
          </p:nvPr>
        </p:nvSpPr>
        <p:spPr>
          <a:xfrm>
            <a:off x="1246298" y="4427355"/>
            <a:ext cx="1740950" cy="1308884"/>
          </a:xfrm>
          <a:prstGeom prst="rect">
            <a:avLst/>
          </a:prstGeom>
          <a:noFill/>
        </p:spPr>
        <p:txBody>
          <a:bodyPr wrap="square" rtlCol="0">
            <a:spAutoFit/>
          </a:bodyPr>
          <a:lstStyle/>
          <a:p>
            <a:pPr>
              <a:lnSpc>
                <a:spcPct val="150000"/>
              </a:lnSpc>
            </a:pPr>
            <a:r>
              <a:rPr lang="en-US" altLang="zh-CN" sz="2800" dirty="0">
                <a:solidFill>
                  <a:schemeClr val="bg1"/>
                </a:solidFill>
                <a:ea typeface="素材集市酷方体" panose="02010600010101010101" charset="-122"/>
              </a:rPr>
              <a:t>Speaker </a:t>
            </a:r>
            <a:r>
              <a:rPr lang="zh-CN" altLang="en-US" sz="2800" dirty="0">
                <a:solidFill>
                  <a:schemeClr val="bg1"/>
                </a:solidFill>
                <a:latin typeface="素材集市酷方体" panose="02010600010101010101" charset="-122"/>
                <a:ea typeface="素材集市酷方体" panose="02010600010101010101" charset="-122"/>
                <a:cs typeface="锐字锐线怒放黑简1.0" panose="02010604000000000000" charset="-122"/>
              </a:rPr>
              <a:t>： </a:t>
            </a:r>
            <a:r>
              <a:rPr lang="zh-CN" altLang="en-US" sz="2800" dirty="0">
                <a:solidFill>
                  <a:schemeClr val="bg1"/>
                </a:solidFill>
                <a:latin typeface="方正舒体" panose="02010601030101010101" pitchFamily="2" charset="-122"/>
                <a:ea typeface="方正舒体" panose="02010601030101010101" pitchFamily="2" charset="-122"/>
                <a:cs typeface="锐字锐线怒放黑简1.0" panose="02010604000000000000" charset="-122"/>
              </a:rPr>
              <a:t>曲顺宇</a:t>
            </a:r>
          </a:p>
        </p:txBody>
      </p:sp>
      <p:pic>
        <p:nvPicPr>
          <p:cNvPr id="11" name="图片 10" descr="loading_left_cloud.0aa1e84b." hidden="1"/>
          <p:cNvPicPr>
            <a:picLocks noChangeAspect="1"/>
          </p:cNvPicPr>
          <p:nvPr>
            <p:custDataLst>
              <p:tags r:id="rId7"/>
            </p:custDataLst>
          </p:nvPr>
        </p:nvPicPr>
        <p:blipFill>
          <a:blip r:embed="rId22"/>
          <a:stretch>
            <a:fillRect/>
          </a:stretch>
        </p:blipFill>
        <p:spPr>
          <a:xfrm>
            <a:off x="-6840220" y="2160905"/>
            <a:ext cx="10213975" cy="6858000"/>
          </a:xfrm>
          <a:prstGeom prst="rect">
            <a:avLst/>
          </a:prstGeom>
        </p:spPr>
      </p:pic>
      <p:pic>
        <p:nvPicPr>
          <p:cNvPr id="13" name="图片 12" descr="loading_right_cloud_2.8874dabb." hidden="1"/>
          <p:cNvPicPr>
            <a:picLocks noChangeAspect="1"/>
          </p:cNvPicPr>
          <p:nvPr>
            <p:custDataLst>
              <p:tags r:id="rId8"/>
            </p:custDataLst>
          </p:nvPr>
        </p:nvPicPr>
        <p:blipFill>
          <a:blip r:embed="rId21"/>
          <a:stretch>
            <a:fillRect/>
          </a:stretch>
        </p:blipFill>
        <p:spPr>
          <a:xfrm>
            <a:off x="9352280" y="512445"/>
            <a:ext cx="10104120" cy="6858000"/>
          </a:xfrm>
          <a:prstGeom prst="rect">
            <a:avLst/>
          </a:prstGeom>
        </p:spPr>
      </p:pic>
      <p:pic>
        <p:nvPicPr>
          <p:cNvPr id="19" name="图片 18" descr="57"/>
          <p:cNvPicPr>
            <a:picLocks noChangeAspect="1"/>
          </p:cNvPicPr>
          <p:nvPr>
            <p:custDataLst>
              <p:tags r:id="rId9"/>
            </p:custDataLst>
          </p:nvPr>
        </p:nvPicPr>
        <p:blipFill>
          <a:blip r:embed="rId35"/>
          <a:stretch>
            <a:fillRect/>
          </a:stretch>
        </p:blipFill>
        <p:spPr>
          <a:xfrm>
            <a:off x="-694690" y="6590030"/>
            <a:ext cx="13804900" cy="21803360"/>
          </a:xfrm>
          <a:prstGeom prst="rect">
            <a:avLst/>
          </a:prstGeom>
        </p:spPr>
      </p:pic>
    </p:spTree>
  </p:cSld>
  <p:clrMapOvr>
    <a:masterClrMapping/>
  </p:clrMapOvr>
  <p:transition spd="slow">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4957EF47-A993-5184-FFAC-DB9FCA7E1F94}"/>
              </a:ext>
            </a:extLst>
          </p:cNvPr>
          <p:cNvSpPr/>
          <p:nvPr/>
        </p:nvSpPr>
        <p:spPr>
          <a:xfrm>
            <a:off x="4775750" y="2135182"/>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3">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dirty="0"/>
          </a:p>
        </p:txBody>
      </p:sp>
      <p:grpSp>
        <p:nvGrpSpPr>
          <p:cNvPr id="8" name="组合 7">
            <a:extLst>
              <a:ext uri="{FF2B5EF4-FFF2-40B4-BE49-F238E27FC236}">
                <a16:creationId xmlns:a16="http://schemas.microsoft.com/office/drawing/2014/main" id="{CBA33E20-01E9-08A4-E4C6-E4811F3CD46B}"/>
              </a:ext>
            </a:extLst>
          </p:cNvPr>
          <p:cNvGrpSpPr/>
          <p:nvPr/>
        </p:nvGrpSpPr>
        <p:grpSpPr>
          <a:xfrm>
            <a:off x="1626665" y="2135182"/>
            <a:ext cx="2384385" cy="3102015"/>
            <a:chOff x="694492" y="2167359"/>
            <a:chExt cx="2384385" cy="3102015"/>
          </a:xfrm>
        </p:grpSpPr>
        <p:sp>
          <p:nvSpPr>
            <p:cNvPr id="2" name="矩形: 圆角 1">
              <a:extLst>
                <a:ext uri="{FF2B5EF4-FFF2-40B4-BE49-F238E27FC236}">
                  <a16:creationId xmlns:a16="http://schemas.microsoft.com/office/drawing/2014/main" id="{FAD4C356-3030-6562-E4F8-2086A32CBFB6}"/>
                </a:ext>
              </a:extLst>
            </p:cNvPr>
            <p:cNvSpPr/>
            <p:nvPr/>
          </p:nvSpPr>
          <p:spPr>
            <a:xfrm>
              <a:off x="694492" y="2167359"/>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cxnSp>
          <p:nvCxnSpPr>
            <p:cNvPr id="3" name="直接连接符 2">
              <a:extLst>
                <a:ext uri="{FF2B5EF4-FFF2-40B4-BE49-F238E27FC236}">
                  <a16:creationId xmlns:a16="http://schemas.microsoft.com/office/drawing/2014/main" id="{4BFFF146-C35B-ABDF-66F8-6B3ED7E88649}"/>
                </a:ext>
              </a:extLst>
            </p:cNvPr>
            <p:cNvCxnSpPr>
              <a:cxnSpLocks/>
            </p:cNvCxnSpPr>
            <p:nvPr/>
          </p:nvCxnSpPr>
          <p:spPr>
            <a:xfrm>
              <a:off x="1400548" y="5269374"/>
              <a:ext cx="972274" cy="0"/>
            </a:xfrm>
            <a:prstGeom prst="line">
              <a:avLst/>
            </a:prstGeom>
            <a:ln w="38100" cap="rnd">
              <a:round/>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E29E22A-18DB-51AA-6F93-E6683C3D73D6}"/>
                </a:ext>
              </a:extLst>
            </p:cNvPr>
            <p:cNvSpPr txBox="1"/>
            <p:nvPr/>
          </p:nvSpPr>
          <p:spPr>
            <a:xfrm>
              <a:off x="748555" y="3993444"/>
              <a:ext cx="2276264" cy="430887"/>
            </a:xfrm>
            <a:prstGeom prst="rect">
              <a:avLst/>
            </a:prstGeom>
            <a:noFill/>
          </p:spPr>
          <p:txBody>
            <a:bodyPr wrap="none" lIns="0" tIns="0" rIns="0" bIns="0" rtlCol="0" anchor="t">
              <a:spAutoFit/>
            </a:bodyPr>
            <a:lstStyle/>
            <a:p>
              <a:pPr algn="ctr"/>
              <a:r>
                <a:rPr lang="en-US" altLang="zh-CN" sz="2800" dirty="0">
                  <a:solidFill>
                    <a:schemeClr val="accent1"/>
                  </a:solidFill>
                  <a:latin typeface="+mj-ea"/>
                  <a:ea typeface="+mj-ea"/>
                </a:rPr>
                <a:t>Importance</a:t>
              </a:r>
              <a:endParaRPr lang="zh-CN" altLang="en-US" sz="2800" dirty="0">
                <a:solidFill>
                  <a:schemeClr val="accent1"/>
                </a:solidFill>
                <a:latin typeface="+mj-ea"/>
                <a:ea typeface="+mj-ea"/>
              </a:endParaRPr>
            </a:p>
          </p:txBody>
        </p:sp>
        <p:sp>
          <p:nvSpPr>
            <p:cNvPr id="6" name="椭圆 5">
              <a:extLst>
                <a:ext uri="{FF2B5EF4-FFF2-40B4-BE49-F238E27FC236}">
                  <a16:creationId xmlns:a16="http://schemas.microsoft.com/office/drawing/2014/main" id="{181FC7C4-E5F3-46EF-3DFB-66818FEF5F05}"/>
                </a:ext>
              </a:extLst>
            </p:cNvPr>
            <p:cNvSpPr/>
            <p:nvPr/>
          </p:nvSpPr>
          <p:spPr>
            <a:xfrm>
              <a:off x="1280895" y="2474612"/>
              <a:ext cx="1211580" cy="1211580"/>
            </a:xfrm>
            <a:prstGeom prst="ellipse">
              <a:avLst/>
            </a:prstGeom>
            <a:gradFill flip="none" rotWithShape="1">
              <a:gsLst>
                <a:gs pos="0">
                  <a:schemeClr val="accent1">
                    <a:lumMod val="60000"/>
                    <a:lumOff val="40000"/>
                  </a:schemeClr>
                </a:gs>
                <a:gs pos="100000">
                  <a:schemeClr val="accent1"/>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 name="任意多边形: 形状 6">
              <a:extLst>
                <a:ext uri="{FF2B5EF4-FFF2-40B4-BE49-F238E27FC236}">
                  <a16:creationId xmlns:a16="http://schemas.microsoft.com/office/drawing/2014/main" id="{F295707E-82F1-8A9F-3BA8-35DC8F4FE1CE}"/>
                </a:ext>
              </a:extLst>
            </p:cNvPr>
            <p:cNvSpPr/>
            <p:nvPr/>
          </p:nvSpPr>
          <p:spPr>
            <a:xfrm>
              <a:off x="1540072" y="2717447"/>
              <a:ext cx="693226" cy="694460"/>
            </a:xfrm>
            <a:custGeom>
              <a:avLst/>
              <a:gdLst>
                <a:gd name="connsiteX0" fmla="*/ 112158 w 367523"/>
                <a:gd name="connsiteY0" fmla="*/ 230137 h 368178"/>
                <a:gd name="connsiteX1" fmla="*/ 160817 w 367523"/>
                <a:gd name="connsiteY1" fmla="*/ 321770 h 368178"/>
                <a:gd name="connsiteX2" fmla="*/ 169660 w 367523"/>
                <a:gd name="connsiteY2" fmla="*/ 299551 h 368178"/>
                <a:gd name="connsiteX3" fmla="*/ 155949 w 367523"/>
                <a:gd name="connsiteY3" fmla="*/ 272147 h 368178"/>
                <a:gd name="connsiteX4" fmla="*/ 183372 w 367523"/>
                <a:gd name="connsiteY4" fmla="*/ 244753 h 368178"/>
                <a:gd name="connsiteX5" fmla="*/ 210796 w 367523"/>
                <a:gd name="connsiteY5" fmla="*/ 272147 h 368178"/>
                <a:gd name="connsiteX6" fmla="*/ 197094 w 367523"/>
                <a:gd name="connsiteY6" fmla="*/ 299551 h 368178"/>
                <a:gd name="connsiteX7" fmla="*/ 204512 w 367523"/>
                <a:gd name="connsiteY7" fmla="*/ 321260 h 368178"/>
                <a:gd name="connsiteX8" fmla="*/ 254548 w 367523"/>
                <a:gd name="connsiteY8" fmla="*/ 230146 h 368178"/>
                <a:gd name="connsiteX9" fmla="*/ 367523 w 367523"/>
                <a:gd name="connsiteY9" fmla="*/ 339533 h 368178"/>
                <a:gd name="connsiteX10" fmla="*/ 346133 w 367523"/>
                <a:gd name="connsiteY10" fmla="*/ 368178 h 368178"/>
                <a:gd name="connsiteX11" fmla="*/ 346085 w 367523"/>
                <a:gd name="connsiteY11" fmla="*/ 368168 h 368178"/>
                <a:gd name="connsiteX12" fmla="*/ 21313 w 367523"/>
                <a:gd name="connsiteY12" fmla="*/ 368168 h 368178"/>
                <a:gd name="connsiteX13" fmla="*/ 0 w 367523"/>
                <a:gd name="connsiteY13" fmla="*/ 339302 h 368178"/>
                <a:gd name="connsiteX14" fmla="*/ 112158 w 367523"/>
                <a:gd name="connsiteY14" fmla="*/ 230137 h 368178"/>
                <a:gd name="connsiteX15" fmla="*/ 100582 w 367523"/>
                <a:gd name="connsiteY15" fmla="*/ 96118 h 368178"/>
                <a:gd name="connsiteX16" fmla="*/ 100582 w 367523"/>
                <a:gd name="connsiteY16" fmla="*/ 118249 h 368178"/>
                <a:gd name="connsiteX17" fmla="*/ 113639 w 367523"/>
                <a:gd name="connsiteY17" fmla="*/ 127592 h 368178"/>
                <a:gd name="connsiteX18" fmla="*/ 117074 w 367523"/>
                <a:gd name="connsiteY18" fmla="*/ 129690 h 368178"/>
                <a:gd name="connsiteX19" fmla="*/ 182265 w 367523"/>
                <a:gd name="connsiteY19" fmla="*/ 146298 h 368178"/>
                <a:gd name="connsiteX20" fmla="*/ 247504 w 367523"/>
                <a:gd name="connsiteY20" fmla="*/ 129940 h 368178"/>
                <a:gd name="connsiteX21" fmla="*/ 251305 w 367523"/>
                <a:gd name="connsiteY21" fmla="*/ 127602 h 368178"/>
                <a:gd name="connsiteX22" fmla="*/ 265344 w 367523"/>
                <a:gd name="connsiteY22" fmla="*/ 118249 h 368178"/>
                <a:gd name="connsiteX23" fmla="*/ 265344 w 367523"/>
                <a:gd name="connsiteY23" fmla="*/ 96118 h 368178"/>
                <a:gd name="connsiteX24" fmla="*/ 182295 w 367523"/>
                <a:gd name="connsiteY24" fmla="*/ 124167 h 368178"/>
                <a:gd name="connsiteX25" fmla="*/ 182208 w 367523"/>
                <a:gd name="connsiteY25" fmla="*/ 0 h 368178"/>
                <a:gd name="connsiteX26" fmla="*/ 352291 w 367523"/>
                <a:gd name="connsiteY26" fmla="*/ 61795 h 368178"/>
                <a:gd name="connsiteX27" fmla="*/ 341707 w 367523"/>
                <a:gd name="connsiteY27" fmla="*/ 65644 h 368178"/>
                <a:gd name="connsiteX28" fmla="*/ 331122 w 367523"/>
                <a:gd name="connsiteY28" fmla="*/ 69492 h 368178"/>
                <a:gd name="connsiteX29" fmla="*/ 288610 w 367523"/>
                <a:gd name="connsiteY29" fmla="*/ 84956 h 368178"/>
                <a:gd name="connsiteX30" fmla="*/ 288610 w 367523"/>
                <a:gd name="connsiteY30" fmla="*/ 123570 h 368178"/>
                <a:gd name="connsiteX31" fmla="*/ 277728 w 367523"/>
                <a:gd name="connsiteY31" fmla="*/ 140024 h 368178"/>
                <a:gd name="connsiteX32" fmla="*/ 277978 w 367523"/>
                <a:gd name="connsiteY32" fmla="*/ 144200 h 368178"/>
                <a:gd name="connsiteX33" fmla="*/ 232147 w 367523"/>
                <a:gd name="connsiteY33" fmla="*/ 224527 h 368178"/>
                <a:gd name="connsiteX34" fmla="*/ 182390 w 367523"/>
                <a:gd name="connsiteY34" fmla="*/ 236603 h 368178"/>
                <a:gd name="connsiteX35" fmla="*/ 182372 w 367523"/>
                <a:gd name="connsiteY35" fmla="*/ 236584 h 368178"/>
                <a:gd name="connsiteX36" fmla="*/ 132431 w 367523"/>
                <a:gd name="connsiteY36" fmla="*/ 224498 h 368178"/>
                <a:gd name="connsiteX37" fmla="*/ 131671 w 367523"/>
                <a:gd name="connsiteY37" fmla="*/ 224085 h 368178"/>
                <a:gd name="connsiteX38" fmla="*/ 86601 w 367523"/>
                <a:gd name="connsiteY38" fmla="*/ 144143 h 368178"/>
                <a:gd name="connsiteX39" fmla="*/ 86871 w 367523"/>
                <a:gd name="connsiteY39" fmla="*/ 139774 h 368178"/>
                <a:gd name="connsiteX40" fmla="*/ 75968 w 367523"/>
                <a:gd name="connsiteY40" fmla="*/ 123541 h 368178"/>
                <a:gd name="connsiteX41" fmla="*/ 75968 w 367523"/>
                <a:gd name="connsiteY41" fmla="*/ 84908 h 368178"/>
                <a:gd name="connsiteX42" fmla="*/ 12220 w 367523"/>
                <a:gd name="connsiteY42" fmla="*/ 61814 h 36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7523" h="368178">
                  <a:moveTo>
                    <a:pt x="112158" y="230137"/>
                  </a:moveTo>
                  <a:lnTo>
                    <a:pt x="160817" y="321770"/>
                  </a:lnTo>
                  <a:lnTo>
                    <a:pt x="169660" y="299551"/>
                  </a:lnTo>
                  <a:lnTo>
                    <a:pt x="155949" y="272147"/>
                  </a:lnTo>
                  <a:lnTo>
                    <a:pt x="183372" y="244753"/>
                  </a:lnTo>
                  <a:lnTo>
                    <a:pt x="210796" y="272147"/>
                  </a:lnTo>
                  <a:lnTo>
                    <a:pt x="197094" y="299551"/>
                  </a:lnTo>
                  <a:lnTo>
                    <a:pt x="204512" y="321260"/>
                  </a:lnTo>
                  <a:lnTo>
                    <a:pt x="254548" y="230146"/>
                  </a:lnTo>
                  <a:cubicBezTo>
                    <a:pt x="254548" y="230146"/>
                    <a:pt x="367523" y="291863"/>
                    <a:pt x="367523" y="339533"/>
                  </a:cubicBezTo>
                  <a:cubicBezTo>
                    <a:pt x="367523" y="354447"/>
                    <a:pt x="361173" y="368178"/>
                    <a:pt x="346133" y="368178"/>
                  </a:cubicBezTo>
                  <a:lnTo>
                    <a:pt x="346085" y="368168"/>
                  </a:lnTo>
                  <a:lnTo>
                    <a:pt x="21313" y="368168"/>
                  </a:lnTo>
                  <a:cubicBezTo>
                    <a:pt x="6177" y="368168"/>
                    <a:pt x="0" y="354322"/>
                    <a:pt x="0" y="339302"/>
                  </a:cubicBezTo>
                  <a:cubicBezTo>
                    <a:pt x="0" y="290141"/>
                    <a:pt x="112158" y="230137"/>
                    <a:pt x="112158" y="230137"/>
                  </a:cubicBezTo>
                  <a:close/>
                  <a:moveTo>
                    <a:pt x="100582" y="96118"/>
                  </a:moveTo>
                  <a:lnTo>
                    <a:pt x="100582" y="118249"/>
                  </a:lnTo>
                  <a:cubicBezTo>
                    <a:pt x="100582" y="120712"/>
                    <a:pt x="108280" y="124080"/>
                    <a:pt x="113639" y="127592"/>
                  </a:cubicBezTo>
                  <a:cubicBezTo>
                    <a:pt x="113639" y="127592"/>
                    <a:pt x="115208" y="128669"/>
                    <a:pt x="117074" y="129690"/>
                  </a:cubicBezTo>
                  <a:cubicBezTo>
                    <a:pt x="131412" y="137897"/>
                    <a:pt x="156661" y="146298"/>
                    <a:pt x="182265" y="146298"/>
                  </a:cubicBezTo>
                  <a:cubicBezTo>
                    <a:pt x="207870" y="146298"/>
                    <a:pt x="233176" y="138167"/>
                    <a:pt x="247504" y="129940"/>
                  </a:cubicBezTo>
                  <a:cubicBezTo>
                    <a:pt x="248813" y="129238"/>
                    <a:pt x="250083" y="128458"/>
                    <a:pt x="251305" y="127602"/>
                  </a:cubicBezTo>
                  <a:cubicBezTo>
                    <a:pt x="256414" y="124157"/>
                    <a:pt x="265344" y="120837"/>
                    <a:pt x="265344" y="118249"/>
                  </a:cubicBezTo>
                  <a:lnTo>
                    <a:pt x="265344" y="96118"/>
                  </a:lnTo>
                  <a:lnTo>
                    <a:pt x="182295" y="124167"/>
                  </a:lnTo>
                  <a:close/>
                  <a:moveTo>
                    <a:pt x="182208" y="0"/>
                  </a:moveTo>
                  <a:lnTo>
                    <a:pt x="352291" y="61795"/>
                  </a:lnTo>
                  <a:lnTo>
                    <a:pt x="341707" y="65644"/>
                  </a:lnTo>
                  <a:lnTo>
                    <a:pt x="331122" y="69492"/>
                  </a:lnTo>
                  <a:lnTo>
                    <a:pt x="288610" y="84956"/>
                  </a:lnTo>
                  <a:lnTo>
                    <a:pt x="288610" y="123570"/>
                  </a:lnTo>
                  <a:cubicBezTo>
                    <a:pt x="288610" y="129228"/>
                    <a:pt x="284541" y="134828"/>
                    <a:pt x="277728" y="140024"/>
                  </a:cubicBezTo>
                  <a:cubicBezTo>
                    <a:pt x="277815" y="141429"/>
                    <a:pt x="277978" y="142766"/>
                    <a:pt x="277978" y="144200"/>
                  </a:cubicBezTo>
                  <a:cubicBezTo>
                    <a:pt x="277978" y="178581"/>
                    <a:pt x="262188" y="208544"/>
                    <a:pt x="232147" y="224527"/>
                  </a:cubicBezTo>
                  <a:cubicBezTo>
                    <a:pt x="232147" y="224527"/>
                    <a:pt x="218195" y="236603"/>
                    <a:pt x="182390" y="236603"/>
                  </a:cubicBezTo>
                  <a:lnTo>
                    <a:pt x="182372" y="236584"/>
                  </a:lnTo>
                  <a:cubicBezTo>
                    <a:pt x="145797" y="236584"/>
                    <a:pt x="132431" y="224498"/>
                    <a:pt x="132431" y="224498"/>
                  </a:cubicBezTo>
                  <a:lnTo>
                    <a:pt x="131671" y="224085"/>
                  </a:lnTo>
                  <a:cubicBezTo>
                    <a:pt x="102122" y="207977"/>
                    <a:pt x="86601" y="178234"/>
                    <a:pt x="86601" y="144143"/>
                  </a:cubicBezTo>
                  <a:cubicBezTo>
                    <a:pt x="86601" y="142661"/>
                    <a:pt x="86794" y="141227"/>
                    <a:pt x="86871" y="139774"/>
                  </a:cubicBezTo>
                  <a:cubicBezTo>
                    <a:pt x="80039" y="134587"/>
                    <a:pt x="75968" y="129064"/>
                    <a:pt x="75968" y="123541"/>
                  </a:cubicBezTo>
                  <a:lnTo>
                    <a:pt x="75968" y="84908"/>
                  </a:lnTo>
                  <a:lnTo>
                    <a:pt x="12220" y="61814"/>
                  </a:lnTo>
                  <a:close/>
                </a:path>
              </a:pathLst>
            </a:custGeom>
            <a:gradFill>
              <a:gsLst>
                <a:gs pos="0">
                  <a:schemeClr val="bg1"/>
                </a:gs>
                <a:gs pos="100000">
                  <a:schemeClr val="accent1">
                    <a:lumMod val="20000"/>
                    <a:lumOff val="80000"/>
                  </a:schemeClr>
                </a:gs>
              </a:gsLst>
              <a:path path="circle">
                <a:fillToRect r="100000" b="100000"/>
              </a:path>
            </a:gradFill>
            <a:ln w="6890" cap="flat">
              <a:noFill/>
              <a:prstDash val="solid"/>
              <a:miter/>
            </a:ln>
            <a:effectLst>
              <a:outerShdw blurRad="381000" dist="127000" sx="98000" sy="98000" algn="ctr" rotWithShape="0">
                <a:schemeClr val="accent1">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8" name="椭圆 17">
            <a:extLst>
              <a:ext uri="{FF2B5EF4-FFF2-40B4-BE49-F238E27FC236}">
                <a16:creationId xmlns:a16="http://schemas.microsoft.com/office/drawing/2014/main" id="{43F77C88-8198-6D2D-DC93-C5D28D928896}"/>
              </a:ext>
            </a:extLst>
          </p:cNvPr>
          <p:cNvSpPr/>
          <p:nvPr/>
        </p:nvSpPr>
        <p:spPr>
          <a:xfrm>
            <a:off x="5391475" y="2386069"/>
            <a:ext cx="1211580" cy="1211580"/>
          </a:xfrm>
          <a:prstGeom prst="ellipse">
            <a:avLst/>
          </a:prstGeom>
          <a:gradFill flip="none" rotWithShape="1">
            <a:gsLst>
              <a:gs pos="0">
                <a:schemeClr val="accent3">
                  <a:lumMod val="60000"/>
                  <a:lumOff val="40000"/>
                </a:schemeClr>
              </a:gs>
              <a:gs pos="100000">
                <a:schemeClr val="accent3"/>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dirty="0"/>
          </a:p>
        </p:txBody>
      </p:sp>
      <p:cxnSp>
        <p:nvCxnSpPr>
          <p:cNvPr id="15" name="直接连接符 14">
            <a:extLst>
              <a:ext uri="{FF2B5EF4-FFF2-40B4-BE49-F238E27FC236}">
                <a16:creationId xmlns:a16="http://schemas.microsoft.com/office/drawing/2014/main" id="{2019BF7A-7EEE-F3A5-C930-6AAFAACEE8A3}"/>
              </a:ext>
            </a:extLst>
          </p:cNvPr>
          <p:cNvCxnSpPr>
            <a:cxnSpLocks/>
          </p:cNvCxnSpPr>
          <p:nvPr/>
        </p:nvCxnSpPr>
        <p:spPr>
          <a:xfrm>
            <a:off x="5538875" y="5180830"/>
            <a:ext cx="972274" cy="0"/>
          </a:xfrm>
          <a:prstGeom prst="line">
            <a:avLst/>
          </a:prstGeom>
          <a:ln w="38100"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C7BCBB2-7AFC-32BE-4C7D-2C288919B29B}"/>
              </a:ext>
            </a:extLst>
          </p:cNvPr>
          <p:cNvSpPr txBox="1"/>
          <p:nvPr/>
        </p:nvSpPr>
        <p:spPr>
          <a:xfrm>
            <a:off x="4885151" y="3958352"/>
            <a:ext cx="2232107" cy="430887"/>
          </a:xfrm>
          <a:prstGeom prst="rect">
            <a:avLst/>
          </a:prstGeom>
          <a:noFill/>
        </p:spPr>
        <p:txBody>
          <a:bodyPr wrap="square" lIns="0" tIns="0" rIns="0" bIns="0" rtlCol="0" anchor="t">
            <a:spAutoFit/>
          </a:bodyPr>
          <a:lstStyle/>
          <a:p>
            <a:pPr algn="ctr"/>
            <a:r>
              <a:rPr lang="en-US" altLang="zh-CN" sz="2800" dirty="0">
                <a:solidFill>
                  <a:schemeClr val="accent3"/>
                </a:solidFill>
                <a:latin typeface="+mj-ea"/>
                <a:ea typeface="+mj-ea"/>
              </a:rPr>
              <a:t>Questions</a:t>
            </a:r>
            <a:endParaRPr lang="zh-CN" altLang="en-US" sz="2800" dirty="0">
              <a:solidFill>
                <a:schemeClr val="accent3"/>
              </a:solidFill>
              <a:latin typeface="+mj-ea"/>
              <a:ea typeface="+mj-ea"/>
            </a:endParaRPr>
          </a:p>
        </p:txBody>
      </p:sp>
      <p:grpSp>
        <p:nvGrpSpPr>
          <p:cNvPr id="9" name="组合 8">
            <a:extLst>
              <a:ext uri="{FF2B5EF4-FFF2-40B4-BE49-F238E27FC236}">
                <a16:creationId xmlns:a16="http://schemas.microsoft.com/office/drawing/2014/main" id="{625AC7D1-9A45-2A38-ED62-E26AEAC7671D}"/>
              </a:ext>
            </a:extLst>
          </p:cNvPr>
          <p:cNvGrpSpPr/>
          <p:nvPr/>
        </p:nvGrpSpPr>
        <p:grpSpPr>
          <a:xfrm>
            <a:off x="7924835" y="2135183"/>
            <a:ext cx="2384385" cy="3102015"/>
            <a:chOff x="8144625" y="2167359"/>
            <a:chExt cx="2384385" cy="3102015"/>
          </a:xfrm>
        </p:grpSpPr>
        <p:sp>
          <p:nvSpPr>
            <p:cNvPr id="20" name="矩形: 圆角 19">
              <a:extLst>
                <a:ext uri="{FF2B5EF4-FFF2-40B4-BE49-F238E27FC236}">
                  <a16:creationId xmlns:a16="http://schemas.microsoft.com/office/drawing/2014/main" id="{34868553-29FF-2360-A33F-7B915E5E9061}"/>
                </a:ext>
              </a:extLst>
            </p:cNvPr>
            <p:cNvSpPr/>
            <p:nvPr/>
          </p:nvSpPr>
          <p:spPr>
            <a:xfrm>
              <a:off x="8144625" y="2167359"/>
              <a:ext cx="2384385" cy="310201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4">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cxnSp>
          <p:nvCxnSpPr>
            <p:cNvPr id="21" name="直接连接符 20">
              <a:extLst>
                <a:ext uri="{FF2B5EF4-FFF2-40B4-BE49-F238E27FC236}">
                  <a16:creationId xmlns:a16="http://schemas.microsoft.com/office/drawing/2014/main" id="{203B0171-7D06-BA8D-7D0A-FCC26F0EE91A}"/>
                </a:ext>
              </a:extLst>
            </p:cNvPr>
            <p:cNvCxnSpPr>
              <a:cxnSpLocks/>
            </p:cNvCxnSpPr>
            <p:nvPr/>
          </p:nvCxnSpPr>
          <p:spPr>
            <a:xfrm>
              <a:off x="8850681" y="5269374"/>
              <a:ext cx="972274" cy="0"/>
            </a:xfrm>
            <a:prstGeom prst="line">
              <a:avLst/>
            </a:prstGeom>
            <a:ln w="38100"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06798E1-4575-9889-FA5C-D9BD4B4F2149}"/>
                </a:ext>
              </a:extLst>
            </p:cNvPr>
            <p:cNvSpPr txBox="1"/>
            <p:nvPr/>
          </p:nvSpPr>
          <p:spPr>
            <a:xfrm>
              <a:off x="8421507" y="3993444"/>
              <a:ext cx="1830629" cy="430887"/>
            </a:xfrm>
            <a:prstGeom prst="rect">
              <a:avLst/>
            </a:prstGeom>
            <a:noFill/>
          </p:spPr>
          <p:txBody>
            <a:bodyPr wrap="none" lIns="0" tIns="0" rIns="0" bIns="0" rtlCol="0" anchor="t">
              <a:spAutoFit/>
            </a:bodyPr>
            <a:lstStyle/>
            <a:p>
              <a:pPr algn="ctr"/>
              <a:r>
                <a:rPr lang="en-US" altLang="zh-CN" sz="2800" dirty="0">
                  <a:solidFill>
                    <a:schemeClr val="accent4"/>
                  </a:solidFill>
                  <a:latin typeface="+mj-ea"/>
                  <a:ea typeface="+mj-ea"/>
                </a:rPr>
                <a:t>Solutions</a:t>
              </a:r>
              <a:endParaRPr lang="zh-CN" altLang="en-US" sz="2800" dirty="0">
                <a:solidFill>
                  <a:schemeClr val="accent4"/>
                </a:solidFill>
                <a:latin typeface="+mj-ea"/>
                <a:ea typeface="+mj-ea"/>
              </a:endParaRPr>
            </a:p>
          </p:txBody>
        </p:sp>
        <p:sp>
          <p:nvSpPr>
            <p:cNvPr id="24" name="椭圆 23">
              <a:extLst>
                <a:ext uri="{FF2B5EF4-FFF2-40B4-BE49-F238E27FC236}">
                  <a16:creationId xmlns:a16="http://schemas.microsoft.com/office/drawing/2014/main" id="{04654D2A-1DF8-84B3-6811-68FD1448F38F}"/>
                </a:ext>
              </a:extLst>
            </p:cNvPr>
            <p:cNvSpPr/>
            <p:nvPr/>
          </p:nvSpPr>
          <p:spPr>
            <a:xfrm>
              <a:off x="8731028" y="2474612"/>
              <a:ext cx="1211580" cy="1211580"/>
            </a:xfrm>
            <a:prstGeom prst="ellipse">
              <a:avLst/>
            </a:prstGeom>
            <a:gradFill flip="none" rotWithShape="1">
              <a:gsLst>
                <a:gs pos="0">
                  <a:schemeClr val="accent4">
                    <a:lumMod val="60000"/>
                    <a:lumOff val="40000"/>
                  </a:schemeClr>
                </a:gs>
                <a:gs pos="100000">
                  <a:schemeClr val="accent4"/>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25" name="任意多边形: 形状 24">
              <a:extLst>
                <a:ext uri="{FF2B5EF4-FFF2-40B4-BE49-F238E27FC236}">
                  <a16:creationId xmlns:a16="http://schemas.microsoft.com/office/drawing/2014/main" id="{306B2BF8-46AA-016C-397B-AD899A11CA1B}"/>
                </a:ext>
              </a:extLst>
            </p:cNvPr>
            <p:cNvSpPr/>
            <p:nvPr/>
          </p:nvSpPr>
          <p:spPr>
            <a:xfrm>
              <a:off x="8990206" y="2761453"/>
              <a:ext cx="693226" cy="694460"/>
            </a:xfrm>
            <a:custGeom>
              <a:avLst/>
              <a:gdLst>
                <a:gd name="connsiteX0" fmla="*/ 366678 w 513420"/>
                <a:gd name="connsiteY0" fmla="*/ 148326 h 464483"/>
                <a:gd name="connsiteX1" fmla="*/ 512247 w 513420"/>
                <a:gd name="connsiteY1" fmla="*/ 148326 h 464483"/>
                <a:gd name="connsiteX2" fmla="*/ 489640 w 513420"/>
                <a:gd name="connsiteY2" fmla="*/ 176309 h 464483"/>
                <a:gd name="connsiteX3" fmla="*/ 265428 w 513420"/>
                <a:gd name="connsiteY3" fmla="*/ 453800 h 464483"/>
                <a:gd name="connsiteX4" fmla="*/ 165764 w 513420"/>
                <a:gd name="connsiteY4" fmla="*/ 148326 h 464483"/>
                <a:gd name="connsiteX5" fmla="*/ 356409 w 513420"/>
                <a:gd name="connsiteY5" fmla="*/ 148326 h 464483"/>
                <a:gd name="connsiteX6" fmla="*/ 256882 w 513420"/>
                <a:gd name="connsiteY6" fmla="*/ 464483 h 464483"/>
                <a:gd name="connsiteX7" fmla="*/ 1172 w 513420"/>
                <a:gd name="connsiteY7" fmla="*/ 148326 h 464483"/>
                <a:gd name="connsiteX8" fmla="*/ 155631 w 513420"/>
                <a:gd name="connsiteY8" fmla="*/ 148326 h 464483"/>
                <a:gd name="connsiteX9" fmla="*/ 248611 w 513420"/>
                <a:gd name="connsiteY9" fmla="*/ 454489 h 464483"/>
                <a:gd name="connsiteX10" fmla="*/ 23779 w 513420"/>
                <a:gd name="connsiteY10" fmla="*/ 176309 h 464483"/>
                <a:gd name="connsiteX11" fmla="*/ 256882 w 513420"/>
                <a:gd name="connsiteY11" fmla="*/ 8754 h 464483"/>
                <a:gd name="connsiteX12" fmla="*/ 352756 w 513420"/>
                <a:gd name="connsiteY12" fmla="*/ 136885 h 464483"/>
                <a:gd name="connsiteX13" fmla="*/ 169072 w 513420"/>
                <a:gd name="connsiteY13" fmla="*/ 136885 h 464483"/>
                <a:gd name="connsiteX14" fmla="*/ 433191 w 513420"/>
                <a:gd name="connsiteY14" fmla="*/ 5032 h 464483"/>
                <a:gd name="connsiteX15" fmla="*/ 513420 w 513420"/>
                <a:gd name="connsiteY15" fmla="*/ 136885 h 464483"/>
                <a:gd name="connsiteX16" fmla="*/ 371573 w 513420"/>
                <a:gd name="connsiteY16" fmla="*/ 136885 h 464483"/>
                <a:gd name="connsiteX17" fmla="*/ 80297 w 513420"/>
                <a:gd name="connsiteY17" fmla="*/ 4963 h 464483"/>
                <a:gd name="connsiteX18" fmla="*/ 150324 w 513420"/>
                <a:gd name="connsiteY18" fmla="*/ 136885 h 464483"/>
                <a:gd name="connsiteX19" fmla="*/ 0 w 513420"/>
                <a:gd name="connsiteY19" fmla="*/ 136885 h 464483"/>
                <a:gd name="connsiteX20" fmla="*/ 263154 w 513420"/>
                <a:gd name="connsiteY20" fmla="*/ 0 h 464483"/>
                <a:gd name="connsiteX21" fmla="*/ 424644 w 513420"/>
                <a:gd name="connsiteY21" fmla="*/ 0 h 464483"/>
                <a:gd name="connsiteX22" fmla="*/ 362543 w 513420"/>
                <a:gd name="connsiteY22" fmla="*/ 132818 h 464483"/>
                <a:gd name="connsiteX23" fmla="*/ 88982 w 513420"/>
                <a:gd name="connsiteY23" fmla="*/ 0 h 464483"/>
                <a:gd name="connsiteX24" fmla="*/ 250541 w 513420"/>
                <a:gd name="connsiteY24" fmla="*/ 0 h 464483"/>
                <a:gd name="connsiteX25" fmla="*/ 159492 w 513420"/>
                <a:gd name="connsiteY25" fmla="*/ 132887 h 46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3420" h="464483">
                  <a:moveTo>
                    <a:pt x="366678" y="148326"/>
                  </a:moveTo>
                  <a:lnTo>
                    <a:pt x="512247" y="148326"/>
                  </a:lnTo>
                  <a:lnTo>
                    <a:pt x="489640" y="176309"/>
                  </a:lnTo>
                  <a:lnTo>
                    <a:pt x="265428" y="453800"/>
                  </a:lnTo>
                  <a:close/>
                  <a:moveTo>
                    <a:pt x="165764" y="148326"/>
                  </a:moveTo>
                  <a:lnTo>
                    <a:pt x="356409" y="148326"/>
                  </a:lnTo>
                  <a:lnTo>
                    <a:pt x="256882" y="464483"/>
                  </a:lnTo>
                  <a:close/>
                  <a:moveTo>
                    <a:pt x="1172" y="148326"/>
                  </a:moveTo>
                  <a:lnTo>
                    <a:pt x="155631" y="148326"/>
                  </a:lnTo>
                  <a:lnTo>
                    <a:pt x="248611" y="454489"/>
                  </a:lnTo>
                  <a:lnTo>
                    <a:pt x="23779" y="176309"/>
                  </a:lnTo>
                  <a:close/>
                  <a:moveTo>
                    <a:pt x="256882" y="8754"/>
                  </a:moveTo>
                  <a:lnTo>
                    <a:pt x="352756" y="136885"/>
                  </a:lnTo>
                  <a:lnTo>
                    <a:pt x="169072" y="136885"/>
                  </a:lnTo>
                  <a:close/>
                  <a:moveTo>
                    <a:pt x="433191" y="5032"/>
                  </a:moveTo>
                  <a:lnTo>
                    <a:pt x="513420" y="136885"/>
                  </a:lnTo>
                  <a:lnTo>
                    <a:pt x="371573" y="136885"/>
                  </a:lnTo>
                  <a:close/>
                  <a:moveTo>
                    <a:pt x="80297" y="4963"/>
                  </a:moveTo>
                  <a:lnTo>
                    <a:pt x="150324" y="136885"/>
                  </a:lnTo>
                  <a:lnTo>
                    <a:pt x="0" y="136885"/>
                  </a:lnTo>
                  <a:close/>
                  <a:moveTo>
                    <a:pt x="263154" y="0"/>
                  </a:moveTo>
                  <a:lnTo>
                    <a:pt x="424644" y="0"/>
                  </a:lnTo>
                  <a:lnTo>
                    <a:pt x="362543" y="132818"/>
                  </a:lnTo>
                  <a:close/>
                  <a:moveTo>
                    <a:pt x="88982" y="0"/>
                  </a:moveTo>
                  <a:lnTo>
                    <a:pt x="250541" y="0"/>
                  </a:lnTo>
                  <a:lnTo>
                    <a:pt x="159492" y="132887"/>
                  </a:lnTo>
                  <a:close/>
                </a:path>
              </a:pathLst>
            </a:custGeom>
            <a:gradFill>
              <a:gsLst>
                <a:gs pos="0">
                  <a:schemeClr val="bg1"/>
                </a:gs>
                <a:gs pos="100000">
                  <a:schemeClr val="accent4">
                    <a:lumMod val="20000"/>
                    <a:lumOff val="80000"/>
                  </a:schemeClr>
                </a:gs>
              </a:gsLst>
              <a:path path="circle">
                <a:fillToRect r="100000" b="100000"/>
              </a:path>
            </a:gradFill>
            <a:ln w="6890" cap="flat">
              <a:noFill/>
              <a:prstDash val="solid"/>
              <a:miter/>
            </a:ln>
            <a:effectLst>
              <a:outerShdw blurRad="381000" dist="127000" sx="98000" sy="98000" algn="ctr" rotWithShape="0">
                <a:schemeClr val="accent4">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 name="Rectangle 2">
            <a:extLst>
              <a:ext uri="{FF2B5EF4-FFF2-40B4-BE49-F238E27FC236}">
                <a16:creationId xmlns:a16="http://schemas.microsoft.com/office/drawing/2014/main" id="{FDE46C08-06EB-00D3-D162-F9DFEA6ED96D}"/>
              </a:ext>
            </a:extLst>
          </p:cNvPr>
          <p:cNvSpPr>
            <a:spLocks noChangeArrowheads="1"/>
          </p:cNvSpPr>
          <p:nvPr/>
        </p:nvSpPr>
        <p:spPr bwMode="auto">
          <a:xfrm>
            <a:off x="0" y="-346249"/>
            <a:ext cx="18473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dirty="0">
                <a:ln>
                  <a:noFill/>
                </a:ln>
                <a:solidFill>
                  <a:schemeClr val="tx1"/>
                </a:solidFill>
                <a:effectLst/>
                <a:latin typeface="Arial" panose="020B0604020202020204" pitchFamily="34" charset="0"/>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8" name="Rectangle 4">
            <a:extLst>
              <a:ext uri="{FF2B5EF4-FFF2-40B4-BE49-F238E27FC236}">
                <a16:creationId xmlns:a16="http://schemas.microsoft.com/office/drawing/2014/main" id="{90280B9D-867C-669E-9191-9A9DE112E078}"/>
              </a:ext>
            </a:extLst>
          </p:cNvPr>
          <p:cNvSpPr>
            <a:spLocks noChangeArrowheads="1"/>
          </p:cNvSpPr>
          <p:nvPr/>
        </p:nvSpPr>
        <p:spPr bwMode="auto">
          <a:xfrm>
            <a:off x="0" y="-346249"/>
            <a:ext cx="18473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dirty="0">
                <a:ln>
                  <a:noFill/>
                </a:ln>
                <a:solidFill>
                  <a:schemeClr val="tx1"/>
                </a:solidFill>
                <a:effectLst/>
                <a:latin typeface="Arial" panose="020B0604020202020204" pitchFamily="34" charset="0"/>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任意多边形: 形状 18">
            <a:extLst>
              <a:ext uri="{FF2B5EF4-FFF2-40B4-BE49-F238E27FC236}">
                <a16:creationId xmlns:a16="http://schemas.microsoft.com/office/drawing/2014/main" id="{DA1EB158-4770-D0A7-149C-3C35B9033165}"/>
              </a:ext>
            </a:extLst>
          </p:cNvPr>
          <p:cNvSpPr/>
          <p:nvPr/>
        </p:nvSpPr>
        <p:spPr>
          <a:xfrm>
            <a:off x="5650652" y="2644629"/>
            <a:ext cx="693226" cy="694460"/>
          </a:xfrm>
          <a:custGeom>
            <a:avLst/>
            <a:gdLst>
              <a:gd name="connsiteX0" fmla="*/ 87158 w 368832"/>
              <a:gd name="connsiteY0" fmla="*/ 259053 h 369969"/>
              <a:gd name="connsiteX1" fmla="*/ 87158 w 368832"/>
              <a:gd name="connsiteY1" fmla="*/ 279674 h 369969"/>
              <a:gd name="connsiteX2" fmla="*/ 279547 w 368832"/>
              <a:gd name="connsiteY2" fmla="*/ 279674 h 369969"/>
              <a:gd name="connsiteX3" fmla="*/ 279547 w 368832"/>
              <a:gd name="connsiteY3" fmla="*/ 259053 h 369969"/>
              <a:gd name="connsiteX4" fmla="*/ 87158 w 368832"/>
              <a:gd name="connsiteY4" fmla="*/ 189340 h 369969"/>
              <a:gd name="connsiteX5" fmla="*/ 87158 w 368832"/>
              <a:gd name="connsiteY5" fmla="*/ 209960 h 369969"/>
              <a:gd name="connsiteX6" fmla="*/ 279547 w 368832"/>
              <a:gd name="connsiteY6" fmla="*/ 209960 h 369969"/>
              <a:gd name="connsiteX7" fmla="*/ 279547 w 368832"/>
              <a:gd name="connsiteY7" fmla="*/ 189340 h 369969"/>
              <a:gd name="connsiteX8" fmla="*/ 0 w 368832"/>
              <a:gd name="connsiteY8" fmla="*/ 138227 h 369969"/>
              <a:gd name="connsiteX9" fmla="*/ 368832 w 368832"/>
              <a:gd name="connsiteY9" fmla="*/ 138227 h 369969"/>
              <a:gd name="connsiteX10" fmla="*/ 368832 w 368832"/>
              <a:gd name="connsiteY10" fmla="*/ 339524 h 369969"/>
              <a:gd name="connsiteX11" fmla="*/ 335885 w 368832"/>
              <a:gd name="connsiteY11" fmla="*/ 369969 h 369969"/>
              <a:gd name="connsiteX12" fmla="*/ 32947 w 368832"/>
              <a:gd name="connsiteY12" fmla="*/ 369969 h 369969"/>
              <a:gd name="connsiteX13" fmla="*/ 0 w 368832"/>
              <a:gd name="connsiteY13" fmla="*/ 339524 h 369969"/>
              <a:gd name="connsiteX14" fmla="*/ 32947 w 368832"/>
              <a:gd name="connsiteY14" fmla="*/ 19411 h 369969"/>
              <a:gd name="connsiteX15" fmla="*/ 90344 w 368832"/>
              <a:gd name="connsiteY15" fmla="*/ 19411 h 369969"/>
              <a:gd name="connsiteX16" fmla="*/ 90344 w 368832"/>
              <a:gd name="connsiteY16" fmla="*/ 76365 h 369969"/>
              <a:gd name="connsiteX17" fmla="*/ 126485 w 368832"/>
              <a:gd name="connsiteY17" fmla="*/ 76365 h 369969"/>
              <a:gd name="connsiteX18" fmla="*/ 126485 w 368832"/>
              <a:gd name="connsiteY18" fmla="*/ 19411 h 369969"/>
              <a:gd name="connsiteX19" fmla="*/ 243405 w 368832"/>
              <a:gd name="connsiteY19" fmla="*/ 19411 h 369969"/>
              <a:gd name="connsiteX20" fmla="*/ 243405 w 368832"/>
              <a:gd name="connsiteY20" fmla="*/ 76365 h 369969"/>
              <a:gd name="connsiteX21" fmla="*/ 279546 w 368832"/>
              <a:gd name="connsiteY21" fmla="*/ 76365 h 369969"/>
              <a:gd name="connsiteX22" fmla="*/ 279546 w 368832"/>
              <a:gd name="connsiteY22" fmla="*/ 19411 h 369969"/>
              <a:gd name="connsiteX23" fmla="*/ 335885 w 368832"/>
              <a:gd name="connsiteY23" fmla="*/ 19411 h 369969"/>
              <a:gd name="connsiteX24" fmla="*/ 367773 w 368832"/>
              <a:gd name="connsiteY24" fmla="*/ 49856 h 369969"/>
              <a:gd name="connsiteX25" fmla="*/ 367773 w 368832"/>
              <a:gd name="connsiteY25" fmla="*/ 118587 h 369969"/>
              <a:gd name="connsiteX26" fmla="*/ 0 w 368832"/>
              <a:gd name="connsiteY26" fmla="*/ 118587 h 369969"/>
              <a:gd name="connsiteX27" fmla="*/ 0 w 368832"/>
              <a:gd name="connsiteY27" fmla="*/ 49856 h 369969"/>
              <a:gd name="connsiteX28" fmla="*/ 32947 w 368832"/>
              <a:gd name="connsiteY28" fmla="*/ 19411 h 369969"/>
              <a:gd name="connsiteX29" fmla="*/ 250767 w 368832"/>
              <a:gd name="connsiteY29" fmla="*/ 0 h 369969"/>
              <a:gd name="connsiteX30" fmla="*/ 272022 w 368832"/>
              <a:gd name="connsiteY30" fmla="*/ 0 h 369969"/>
              <a:gd name="connsiteX31" fmla="*/ 272022 w 368832"/>
              <a:gd name="connsiteY31" fmla="*/ 60880 h 369969"/>
              <a:gd name="connsiteX32" fmla="*/ 250767 w 368832"/>
              <a:gd name="connsiteY32" fmla="*/ 60880 h 369969"/>
              <a:gd name="connsiteX33" fmla="*/ 98398 w 368832"/>
              <a:gd name="connsiteY33" fmla="*/ 0 h 369969"/>
              <a:gd name="connsiteX34" fmla="*/ 119653 w 368832"/>
              <a:gd name="connsiteY34" fmla="*/ 0 h 369969"/>
              <a:gd name="connsiteX35" fmla="*/ 119653 w 368832"/>
              <a:gd name="connsiteY35" fmla="*/ 60880 h 369969"/>
              <a:gd name="connsiteX36" fmla="*/ 98398 w 368832"/>
              <a:gd name="connsiteY36" fmla="*/ 60880 h 36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68832" h="369969">
                <a:moveTo>
                  <a:pt x="87158" y="259053"/>
                </a:moveTo>
                <a:lnTo>
                  <a:pt x="87158" y="279674"/>
                </a:lnTo>
                <a:lnTo>
                  <a:pt x="279547" y="279674"/>
                </a:lnTo>
                <a:lnTo>
                  <a:pt x="279547" y="259053"/>
                </a:lnTo>
                <a:close/>
                <a:moveTo>
                  <a:pt x="87158" y="189340"/>
                </a:moveTo>
                <a:lnTo>
                  <a:pt x="87158" y="209960"/>
                </a:lnTo>
                <a:lnTo>
                  <a:pt x="279547" y="209960"/>
                </a:lnTo>
                <a:lnTo>
                  <a:pt x="279547" y="189340"/>
                </a:lnTo>
                <a:close/>
                <a:moveTo>
                  <a:pt x="0" y="138227"/>
                </a:moveTo>
                <a:lnTo>
                  <a:pt x="368832" y="138227"/>
                </a:lnTo>
                <a:lnTo>
                  <a:pt x="368832" y="339524"/>
                </a:lnTo>
                <a:cubicBezTo>
                  <a:pt x="368832" y="356219"/>
                  <a:pt x="353956" y="369969"/>
                  <a:pt x="335885" y="369969"/>
                </a:cubicBezTo>
                <a:lnTo>
                  <a:pt x="32947" y="369969"/>
                </a:lnTo>
                <a:cubicBezTo>
                  <a:pt x="14876" y="369969"/>
                  <a:pt x="0" y="356219"/>
                  <a:pt x="0" y="339524"/>
                </a:cubicBezTo>
                <a:close/>
                <a:moveTo>
                  <a:pt x="32947" y="19411"/>
                </a:moveTo>
                <a:lnTo>
                  <a:pt x="90344" y="19411"/>
                </a:lnTo>
                <a:lnTo>
                  <a:pt x="90344" y="76365"/>
                </a:lnTo>
                <a:lnTo>
                  <a:pt x="126485" y="76365"/>
                </a:lnTo>
                <a:lnTo>
                  <a:pt x="126485" y="19411"/>
                </a:lnTo>
                <a:lnTo>
                  <a:pt x="243405" y="19411"/>
                </a:lnTo>
                <a:lnTo>
                  <a:pt x="243405" y="76365"/>
                </a:lnTo>
                <a:lnTo>
                  <a:pt x="279546" y="76365"/>
                </a:lnTo>
                <a:lnTo>
                  <a:pt x="279546" y="19411"/>
                </a:lnTo>
                <a:lnTo>
                  <a:pt x="335885" y="19411"/>
                </a:lnTo>
                <a:cubicBezTo>
                  <a:pt x="353955" y="19411"/>
                  <a:pt x="367773" y="33161"/>
                  <a:pt x="367773" y="49856"/>
                </a:cubicBezTo>
                <a:lnTo>
                  <a:pt x="367773" y="118587"/>
                </a:lnTo>
                <a:lnTo>
                  <a:pt x="0" y="118587"/>
                </a:lnTo>
                <a:lnTo>
                  <a:pt x="0" y="49856"/>
                </a:lnTo>
                <a:cubicBezTo>
                  <a:pt x="0" y="33161"/>
                  <a:pt x="14876" y="19411"/>
                  <a:pt x="32947" y="19411"/>
                </a:cubicBezTo>
                <a:close/>
                <a:moveTo>
                  <a:pt x="250767" y="0"/>
                </a:moveTo>
                <a:lnTo>
                  <a:pt x="272022" y="0"/>
                </a:lnTo>
                <a:lnTo>
                  <a:pt x="272022" y="60880"/>
                </a:lnTo>
                <a:lnTo>
                  <a:pt x="250767" y="60880"/>
                </a:lnTo>
                <a:close/>
                <a:moveTo>
                  <a:pt x="98398" y="0"/>
                </a:moveTo>
                <a:lnTo>
                  <a:pt x="119653" y="0"/>
                </a:lnTo>
                <a:lnTo>
                  <a:pt x="119653" y="60880"/>
                </a:lnTo>
                <a:lnTo>
                  <a:pt x="98398" y="60880"/>
                </a:lnTo>
                <a:close/>
              </a:path>
            </a:pathLst>
          </a:custGeom>
          <a:gradFill>
            <a:gsLst>
              <a:gs pos="0">
                <a:schemeClr val="bg1"/>
              </a:gs>
              <a:gs pos="100000">
                <a:schemeClr val="accent3">
                  <a:lumMod val="20000"/>
                  <a:lumOff val="80000"/>
                </a:schemeClr>
              </a:gs>
            </a:gsLst>
            <a:path path="circle">
              <a:fillToRect r="100000" b="100000"/>
            </a:path>
          </a:gradFill>
          <a:ln w="6890" cap="flat">
            <a:noFill/>
            <a:prstDash val="solid"/>
            <a:miter/>
          </a:ln>
          <a:effectLst>
            <a:outerShdw blurRad="381000" dist="127000" sx="98000" sy="98000" algn="ctr" rotWithShape="0">
              <a:schemeClr val="accent3">
                <a:alpha val="40000"/>
              </a:schemeClr>
            </a:outerShdw>
          </a:effectLst>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159974818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551415" y="2031797"/>
            <a:ext cx="1019511" cy="2554545"/>
          </a:xfrm>
          <a:prstGeom prst="rect">
            <a:avLst/>
          </a:prstGeom>
          <a:noFill/>
        </p:spPr>
        <p:txBody>
          <a:bodyPr wrap="none" lIns="0" tIns="0" rIns="0" bIns="0" rtlCol="0" anchor="t">
            <a:spAutoFit/>
          </a:bodyPr>
          <a:lstStyle/>
          <a:p>
            <a:pPr algn="ctr"/>
            <a:r>
              <a:rPr lang="en-US" altLang="zh-CN" sz="16600" dirty="0">
                <a:solidFill>
                  <a:schemeClr val="accent1">
                    <a:alpha val="14000"/>
                  </a:schemeClr>
                </a:solidFill>
                <a:latin typeface="+mj-ea"/>
                <a:ea typeface="+mj-ea"/>
              </a:rPr>
              <a:t>1</a:t>
            </a:r>
            <a:endParaRPr lang="zh-CN" altLang="en-US" sz="16600" dirty="0">
              <a:solidFill>
                <a:schemeClr val="accent1">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3867463" y="2928210"/>
            <a:ext cx="4387420" cy="830997"/>
          </a:xfrm>
          <a:prstGeom prst="rect">
            <a:avLst/>
          </a:prstGeom>
          <a:noFill/>
          <a:effectLst>
            <a:outerShdw blurRad="127000" dist="63500" dir="2700000" algn="tl" rotWithShape="0">
              <a:schemeClr val="accent1">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solidFill>
                  <a:schemeClr val="accent1"/>
                </a:solidFill>
              </a:rPr>
              <a:t>Importance</a:t>
            </a:r>
            <a:endParaRPr lang="en-US" altLang="zh-CN" dirty="0"/>
          </a:p>
        </p:txBody>
      </p:sp>
      <p:sp>
        <p:nvSpPr>
          <p:cNvPr id="73" name="文本框 72">
            <a:extLst>
              <a:ext uri="{FF2B5EF4-FFF2-40B4-BE49-F238E27FC236}">
                <a16:creationId xmlns:a16="http://schemas.microsoft.com/office/drawing/2014/main" id="{C611A8E4-3D78-4BA0-9A82-F4BDE3EA2CFF}"/>
              </a:ext>
            </a:extLst>
          </p:cNvPr>
          <p:cNvSpPr txBox="1"/>
          <p:nvPr/>
        </p:nvSpPr>
        <p:spPr>
          <a:xfrm>
            <a:off x="5357450" y="2278942"/>
            <a:ext cx="1407438" cy="430887"/>
          </a:xfrm>
          <a:prstGeom prst="rect">
            <a:avLst/>
          </a:prstGeom>
          <a:noFill/>
        </p:spPr>
        <p:txBody>
          <a:bodyPr wrap="none" lIns="0" tIns="0" rIns="0" bIns="0" rtlCol="0" anchor="t">
            <a:spAutoFit/>
          </a:bodyPr>
          <a:lstStyle/>
          <a:p>
            <a:pPr algn="ctr"/>
            <a:r>
              <a:rPr lang="en-US" altLang="zh-CN" sz="2800" dirty="0">
                <a:solidFill>
                  <a:schemeClr val="accent1"/>
                </a:solidFill>
                <a:latin typeface="+mj-ea"/>
                <a:ea typeface="+mj-ea"/>
              </a:rPr>
              <a:t>Part 01 </a:t>
            </a:r>
            <a:endParaRPr lang="zh-CN" altLang="en-US" sz="2800" dirty="0">
              <a:solidFill>
                <a:schemeClr val="accent1"/>
              </a:solidFill>
              <a:latin typeface="+mj-ea"/>
              <a:ea typeface="+mj-ea"/>
            </a:endParaRPr>
          </a:p>
        </p:txBody>
      </p:sp>
    </p:spTree>
    <p:extLst>
      <p:ext uri="{BB962C8B-B14F-4D97-AF65-F5344CB8AC3E}">
        <p14:creationId xmlns:p14="http://schemas.microsoft.com/office/powerpoint/2010/main" val="2122756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0241C1EC-3AED-E5AC-2351-E01692B8B302}"/>
              </a:ext>
            </a:extLst>
          </p:cNvPr>
          <p:cNvSpPr/>
          <p:nvPr/>
        </p:nvSpPr>
        <p:spPr>
          <a:xfrm>
            <a:off x="631902" y="1194457"/>
            <a:ext cx="5087840" cy="2106151"/>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11" name="文本框 10">
            <a:extLst>
              <a:ext uri="{FF2B5EF4-FFF2-40B4-BE49-F238E27FC236}">
                <a16:creationId xmlns:a16="http://schemas.microsoft.com/office/drawing/2014/main" id="{71CA9FFF-08E5-6020-9A00-4942CF0A1CD0}"/>
              </a:ext>
            </a:extLst>
          </p:cNvPr>
          <p:cNvSpPr txBox="1"/>
          <p:nvPr/>
        </p:nvSpPr>
        <p:spPr>
          <a:xfrm>
            <a:off x="1224830" y="1756826"/>
            <a:ext cx="4893820" cy="830997"/>
          </a:xfrm>
          <a:prstGeom prst="rect">
            <a:avLst/>
          </a:prstGeom>
          <a:noFill/>
        </p:spPr>
        <p:txBody>
          <a:bodyPr wrap="square" lIns="0" tIns="0" rIns="0" bIns="0" rtlCol="0" anchor="t">
            <a:spAutoFit/>
          </a:bodyPr>
          <a:lstStyle/>
          <a:p>
            <a:r>
              <a:rPr lang="en-US" altLang="zh-CN" dirty="0">
                <a:solidFill>
                  <a:schemeClr val="accent5"/>
                </a:solidFill>
                <a:latin typeface="+mn-ea"/>
              </a:rPr>
              <a:t>Collaboration among Students from Different Regions/Majors (Group Assignments/Competitions)</a:t>
            </a:r>
            <a:endParaRPr lang="zh-CN" altLang="en-US" dirty="0">
              <a:solidFill>
                <a:schemeClr val="accent5"/>
              </a:solidFill>
              <a:latin typeface="+mn-ea"/>
            </a:endParaRPr>
          </a:p>
        </p:txBody>
      </p:sp>
      <p:sp>
        <p:nvSpPr>
          <p:cNvPr id="19" name="矩形: 圆角 18">
            <a:extLst>
              <a:ext uri="{FF2B5EF4-FFF2-40B4-BE49-F238E27FC236}">
                <a16:creationId xmlns:a16="http://schemas.microsoft.com/office/drawing/2014/main" id="{0B6EE265-3F9A-0DB0-D131-64E63CDDC413}"/>
              </a:ext>
            </a:extLst>
          </p:cNvPr>
          <p:cNvSpPr/>
          <p:nvPr/>
        </p:nvSpPr>
        <p:spPr>
          <a:xfrm>
            <a:off x="3184802" y="3066054"/>
            <a:ext cx="5077417" cy="206029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dirty="0"/>
          </a:p>
        </p:txBody>
      </p:sp>
      <p:sp>
        <p:nvSpPr>
          <p:cNvPr id="20" name="文本框 19">
            <a:extLst>
              <a:ext uri="{FF2B5EF4-FFF2-40B4-BE49-F238E27FC236}">
                <a16:creationId xmlns:a16="http://schemas.microsoft.com/office/drawing/2014/main" id="{63C09011-DCA2-DC8B-CEB3-FB4537232272}"/>
              </a:ext>
            </a:extLst>
          </p:cNvPr>
          <p:cNvSpPr txBox="1"/>
          <p:nvPr/>
        </p:nvSpPr>
        <p:spPr>
          <a:xfrm>
            <a:off x="3989744" y="3640123"/>
            <a:ext cx="3770278" cy="553998"/>
          </a:xfrm>
          <a:prstGeom prst="rect">
            <a:avLst/>
          </a:prstGeom>
          <a:noFill/>
        </p:spPr>
        <p:txBody>
          <a:bodyPr wrap="square" lIns="0" tIns="0" rIns="0" bIns="0" rtlCol="0" anchor="t">
            <a:spAutoFit/>
          </a:bodyPr>
          <a:lstStyle/>
          <a:p>
            <a:r>
              <a:rPr lang="en-US" altLang="zh-CN" dirty="0">
                <a:solidFill>
                  <a:schemeClr val="accent5"/>
                </a:solidFill>
                <a:latin typeface="+mn-ea"/>
              </a:rPr>
              <a:t>Interpersonal Competition in Clubs/Student Organizations</a:t>
            </a:r>
            <a:endParaRPr lang="zh-CN" altLang="en-US" dirty="0">
              <a:solidFill>
                <a:schemeClr val="accent5"/>
              </a:solidFill>
              <a:latin typeface="+mn-ea"/>
            </a:endParaRPr>
          </a:p>
        </p:txBody>
      </p:sp>
      <p:sp>
        <p:nvSpPr>
          <p:cNvPr id="15" name="椭圆 14">
            <a:extLst>
              <a:ext uri="{FF2B5EF4-FFF2-40B4-BE49-F238E27FC236}">
                <a16:creationId xmlns:a16="http://schemas.microsoft.com/office/drawing/2014/main" id="{A62F6E31-92E7-DC2C-33CD-78419797FCF8}"/>
              </a:ext>
            </a:extLst>
          </p:cNvPr>
          <p:cNvSpPr/>
          <p:nvPr>
            <p:custDataLst>
              <p:tags r:id="rId1"/>
            </p:custDataLst>
          </p:nvPr>
        </p:nvSpPr>
        <p:spPr>
          <a:xfrm rot="2759287">
            <a:off x="3165174" y="3005002"/>
            <a:ext cx="375186" cy="375189"/>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en-US" sz="5400"/>
          </a:p>
        </p:txBody>
      </p:sp>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5406716"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The Importance of Social Interaction </a:t>
            </a:r>
          </a:p>
          <a:p>
            <a:pPr algn="r"/>
            <a:r>
              <a:rPr lang="en-US" altLang="zh-CN" sz="2000" dirty="0">
                <a:solidFill>
                  <a:schemeClr val="accent5"/>
                </a:solidFill>
                <a:latin typeface="+mj-ea"/>
                <a:ea typeface="+mj-ea"/>
              </a:rPr>
              <a:t>--Environmental Transition</a:t>
            </a:r>
            <a:endParaRPr lang="zh-CN" altLang="en-US" sz="2000" dirty="0">
              <a:solidFill>
                <a:schemeClr val="accent5"/>
              </a:solidFill>
              <a:latin typeface="+mj-ea"/>
              <a:ea typeface="+mj-ea"/>
            </a:endParaRPr>
          </a:p>
        </p:txBody>
      </p:sp>
      <p:sp>
        <p:nvSpPr>
          <p:cNvPr id="6" name="椭圆 5">
            <a:extLst>
              <a:ext uri="{FF2B5EF4-FFF2-40B4-BE49-F238E27FC236}">
                <a16:creationId xmlns:a16="http://schemas.microsoft.com/office/drawing/2014/main" id="{DCE98E72-FDD3-8AB1-1EDE-FC9B5F5D099A}"/>
              </a:ext>
            </a:extLst>
          </p:cNvPr>
          <p:cNvSpPr/>
          <p:nvPr/>
        </p:nvSpPr>
        <p:spPr>
          <a:xfrm>
            <a:off x="11175059" y="6153859"/>
            <a:ext cx="125062" cy="125063"/>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 name="椭圆 6">
            <a:extLst>
              <a:ext uri="{FF2B5EF4-FFF2-40B4-BE49-F238E27FC236}">
                <a16:creationId xmlns:a16="http://schemas.microsoft.com/office/drawing/2014/main" id="{50D84FF2-FBB6-C8A7-C073-787FBFC4C2F7}"/>
              </a:ext>
            </a:extLst>
          </p:cNvPr>
          <p:cNvSpPr/>
          <p:nvPr/>
        </p:nvSpPr>
        <p:spPr>
          <a:xfrm>
            <a:off x="11371613" y="6153859"/>
            <a:ext cx="125062" cy="125063"/>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 name="椭圆 7">
            <a:extLst>
              <a:ext uri="{FF2B5EF4-FFF2-40B4-BE49-F238E27FC236}">
                <a16:creationId xmlns:a16="http://schemas.microsoft.com/office/drawing/2014/main" id="{7C853A85-974C-31A4-966B-3E679FB9439C}"/>
              </a:ext>
            </a:extLst>
          </p:cNvPr>
          <p:cNvSpPr/>
          <p:nvPr/>
        </p:nvSpPr>
        <p:spPr>
          <a:xfrm>
            <a:off x="11175059" y="6347532"/>
            <a:ext cx="125062" cy="125063"/>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9" name="椭圆 8">
            <a:extLst>
              <a:ext uri="{FF2B5EF4-FFF2-40B4-BE49-F238E27FC236}">
                <a16:creationId xmlns:a16="http://schemas.microsoft.com/office/drawing/2014/main" id="{39E4E810-1E22-5385-309C-DCF1138EB39C}"/>
              </a:ext>
            </a:extLst>
          </p:cNvPr>
          <p:cNvSpPr/>
          <p:nvPr/>
        </p:nvSpPr>
        <p:spPr>
          <a:xfrm>
            <a:off x="11371613" y="6347532"/>
            <a:ext cx="125062" cy="125063"/>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127000" dist="38100" dir="2700000"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14" name="椭圆 13">
            <a:extLst>
              <a:ext uri="{FF2B5EF4-FFF2-40B4-BE49-F238E27FC236}">
                <a16:creationId xmlns:a16="http://schemas.microsoft.com/office/drawing/2014/main" id="{FAAEAB73-7DCC-6E25-74BD-CD061379FE8D}"/>
              </a:ext>
            </a:extLst>
          </p:cNvPr>
          <p:cNvSpPr/>
          <p:nvPr>
            <p:custDataLst>
              <p:tags r:id="rId2"/>
            </p:custDataLst>
          </p:nvPr>
        </p:nvSpPr>
        <p:spPr>
          <a:xfrm rot="2759287">
            <a:off x="623597" y="1147336"/>
            <a:ext cx="375186" cy="375189"/>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en-US" sz="5400"/>
          </a:p>
        </p:txBody>
      </p:sp>
      <p:grpSp>
        <p:nvGrpSpPr>
          <p:cNvPr id="5" name="组合 4">
            <a:extLst>
              <a:ext uri="{FF2B5EF4-FFF2-40B4-BE49-F238E27FC236}">
                <a16:creationId xmlns:a16="http://schemas.microsoft.com/office/drawing/2014/main" id="{8CE0A270-64DB-0AB3-5E07-6A519245BBE1}"/>
              </a:ext>
            </a:extLst>
          </p:cNvPr>
          <p:cNvGrpSpPr/>
          <p:nvPr/>
        </p:nvGrpSpPr>
        <p:grpSpPr>
          <a:xfrm>
            <a:off x="5950685" y="4448352"/>
            <a:ext cx="5286905" cy="2060295"/>
            <a:chOff x="827293" y="3856021"/>
            <a:chExt cx="5286905" cy="2060295"/>
          </a:xfrm>
        </p:grpSpPr>
        <p:sp>
          <p:nvSpPr>
            <p:cNvPr id="27" name="矩形: 圆角 26">
              <a:extLst>
                <a:ext uri="{FF2B5EF4-FFF2-40B4-BE49-F238E27FC236}">
                  <a16:creationId xmlns:a16="http://schemas.microsoft.com/office/drawing/2014/main" id="{0F2C1FA1-58FA-6B25-534F-D4AB4F53D044}"/>
                </a:ext>
              </a:extLst>
            </p:cNvPr>
            <p:cNvSpPr/>
            <p:nvPr/>
          </p:nvSpPr>
          <p:spPr>
            <a:xfrm>
              <a:off x="827293" y="3856021"/>
              <a:ext cx="5077417" cy="2060295"/>
            </a:xfrm>
            <a:prstGeom prst="roundRect">
              <a:avLst>
                <a:gd name="adj" fmla="val 9871"/>
              </a:avLst>
            </a:prstGeom>
            <a:solidFill>
              <a:schemeClr val="bg1">
                <a:alpha val="60000"/>
              </a:schemeClr>
            </a:solidFill>
            <a:ln w="12700" cap="flat" cmpd="sng" algn="ctr">
              <a:noFill/>
              <a:prstDash val="solid"/>
              <a:miter lim="800000"/>
            </a:ln>
            <a:effectLst>
              <a:outerShdw blurRad="381000" dist="127000" sx="102000" sy="102000" algn="ctr" rotWithShape="0">
                <a:schemeClr val="accent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28" name="文本框 27">
              <a:extLst>
                <a:ext uri="{FF2B5EF4-FFF2-40B4-BE49-F238E27FC236}">
                  <a16:creationId xmlns:a16="http://schemas.microsoft.com/office/drawing/2014/main" id="{8C1C826C-B808-8848-9BA2-1B3CF2615E39}"/>
                </a:ext>
              </a:extLst>
            </p:cNvPr>
            <p:cNvSpPr txBox="1"/>
            <p:nvPr/>
          </p:nvSpPr>
          <p:spPr>
            <a:xfrm>
              <a:off x="1317589" y="4554089"/>
              <a:ext cx="4796609" cy="553998"/>
            </a:xfrm>
            <a:prstGeom prst="rect">
              <a:avLst/>
            </a:prstGeom>
            <a:noFill/>
          </p:spPr>
          <p:txBody>
            <a:bodyPr wrap="square" lIns="0" tIns="0" rIns="0" bIns="0" rtlCol="0" anchor="t">
              <a:spAutoFit/>
            </a:bodyPr>
            <a:lstStyle/>
            <a:p>
              <a:r>
                <a:rPr lang="en-US" altLang="zh-CN" dirty="0">
                  <a:solidFill>
                    <a:schemeClr val="accent5"/>
                  </a:solidFill>
                  <a:latin typeface="+mn-ea"/>
                </a:rPr>
                <a:t>Rehearsal of Workplace Socialization in Internships/Part-time Jobs</a:t>
              </a:r>
              <a:endParaRPr lang="zh-CN" altLang="en-US" dirty="0">
                <a:solidFill>
                  <a:schemeClr val="accent5"/>
                </a:solidFill>
                <a:latin typeface="+mn-ea"/>
              </a:endParaRPr>
            </a:p>
          </p:txBody>
        </p:sp>
      </p:grpSp>
      <p:sp>
        <p:nvSpPr>
          <p:cNvPr id="25" name="椭圆 24">
            <a:extLst>
              <a:ext uri="{FF2B5EF4-FFF2-40B4-BE49-F238E27FC236}">
                <a16:creationId xmlns:a16="http://schemas.microsoft.com/office/drawing/2014/main" id="{4B157A22-A079-8B0A-B29B-330F6860AF83}"/>
              </a:ext>
            </a:extLst>
          </p:cNvPr>
          <p:cNvSpPr/>
          <p:nvPr>
            <p:custDataLst>
              <p:tags r:id="rId3"/>
            </p:custDataLst>
          </p:nvPr>
        </p:nvSpPr>
        <p:spPr>
          <a:xfrm rot="2759287">
            <a:off x="5931057" y="4387300"/>
            <a:ext cx="375186" cy="375189"/>
          </a:xfrm>
          <a:prstGeom prst="ellipse">
            <a:avLst/>
          </a:pr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en-US" sz="5400"/>
          </a:p>
        </p:txBody>
      </p:sp>
    </p:spTree>
    <p:extLst>
      <p:ext uri="{BB962C8B-B14F-4D97-AF65-F5344CB8AC3E}">
        <p14:creationId xmlns:p14="http://schemas.microsoft.com/office/powerpoint/2010/main" val="128078872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5895231"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The Importance of Social Interaction</a:t>
            </a:r>
          </a:p>
          <a:p>
            <a:pPr algn="r"/>
            <a:r>
              <a:rPr lang="en-US" altLang="zh-CN" sz="2000" dirty="0">
                <a:solidFill>
                  <a:schemeClr val="accent5"/>
                </a:solidFill>
                <a:latin typeface="+mj-ea"/>
                <a:ea typeface="+mj-ea"/>
              </a:rPr>
              <a:t> --Three Core Values</a:t>
            </a:r>
            <a:endParaRPr lang="zh-CN" altLang="en-US" sz="2000" dirty="0">
              <a:solidFill>
                <a:schemeClr val="accent5"/>
              </a:solidFill>
              <a:latin typeface="+mj-ea"/>
              <a:ea typeface="+mj-ea"/>
            </a:endParaRPr>
          </a:p>
        </p:txBody>
      </p:sp>
      <p:sp>
        <p:nvSpPr>
          <p:cNvPr id="50" name="椭圆 49">
            <a:extLst>
              <a:ext uri="{FF2B5EF4-FFF2-40B4-BE49-F238E27FC236}">
                <a16:creationId xmlns:a16="http://schemas.microsoft.com/office/drawing/2014/main" id="{9D7C9FFC-4C11-33AF-1193-307C6252A8A9}"/>
              </a:ext>
            </a:extLst>
          </p:cNvPr>
          <p:cNvSpPr/>
          <p:nvPr>
            <p:custDataLst>
              <p:tags r:id="rId1"/>
            </p:custDataLst>
          </p:nvPr>
        </p:nvSpPr>
        <p:spPr>
          <a:xfrm>
            <a:off x="2218627" y="2126586"/>
            <a:ext cx="1908000" cy="1944000"/>
          </a:xfrm>
          <a:prstGeom prst="ellipse">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r>
              <a:rPr lang="en-US" sz="2000" dirty="0"/>
              <a:t>Learning</a:t>
            </a:r>
          </a:p>
        </p:txBody>
      </p:sp>
      <p:sp>
        <p:nvSpPr>
          <p:cNvPr id="51" name="椭圆 50">
            <a:extLst>
              <a:ext uri="{FF2B5EF4-FFF2-40B4-BE49-F238E27FC236}">
                <a16:creationId xmlns:a16="http://schemas.microsoft.com/office/drawing/2014/main" id="{D80C1F8A-3991-E3CF-6BA2-F37919FD772B}"/>
              </a:ext>
            </a:extLst>
          </p:cNvPr>
          <p:cNvSpPr/>
          <p:nvPr>
            <p:custDataLst>
              <p:tags r:id="rId2"/>
            </p:custDataLst>
          </p:nvPr>
        </p:nvSpPr>
        <p:spPr>
          <a:xfrm>
            <a:off x="7784110" y="2126586"/>
            <a:ext cx="1894207" cy="1944000"/>
          </a:xfrm>
          <a:prstGeom prst="ellipse">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r>
              <a:rPr lang="en-US" altLang="zh-CN" dirty="0"/>
              <a:t>In Long-term</a:t>
            </a:r>
            <a:endParaRPr lang="en-US" sz="3600" dirty="0"/>
          </a:p>
        </p:txBody>
      </p:sp>
      <p:sp>
        <p:nvSpPr>
          <p:cNvPr id="53" name="椭圆 52">
            <a:extLst>
              <a:ext uri="{FF2B5EF4-FFF2-40B4-BE49-F238E27FC236}">
                <a16:creationId xmlns:a16="http://schemas.microsoft.com/office/drawing/2014/main" id="{F7BE40C3-EB56-4A15-0204-995C1432EE0C}"/>
              </a:ext>
            </a:extLst>
          </p:cNvPr>
          <p:cNvSpPr/>
          <p:nvPr>
            <p:custDataLst>
              <p:tags r:id="rId3"/>
            </p:custDataLst>
          </p:nvPr>
        </p:nvSpPr>
        <p:spPr>
          <a:xfrm>
            <a:off x="5008265" y="2126586"/>
            <a:ext cx="1894207" cy="1944000"/>
          </a:xfrm>
          <a:prstGeom prst="ellipse">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r>
              <a:rPr lang="en-US" altLang="zh-CN" dirty="0"/>
              <a:t>Psychology</a:t>
            </a:r>
            <a:endParaRPr lang="en-US" sz="3600" dirty="0"/>
          </a:p>
        </p:txBody>
      </p:sp>
      <p:sp>
        <p:nvSpPr>
          <p:cNvPr id="41" name="文本框 40">
            <a:extLst>
              <a:ext uri="{FF2B5EF4-FFF2-40B4-BE49-F238E27FC236}">
                <a16:creationId xmlns:a16="http://schemas.microsoft.com/office/drawing/2014/main" id="{1DF64005-1800-CB5A-2981-A68DDF573978}"/>
              </a:ext>
            </a:extLst>
          </p:cNvPr>
          <p:cNvSpPr txBox="1"/>
          <p:nvPr/>
        </p:nvSpPr>
        <p:spPr>
          <a:xfrm>
            <a:off x="2340037" y="4438914"/>
            <a:ext cx="2079047" cy="1032142"/>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Find Like-minded Partners and Share Resources</a:t>
            </a:r>
            <a:endParaRPr lang="zh-CN" altLang="en-US" sz="1600" dirty="0">
              <a:solidFill>
                <a:schemeClr val="accent5"/>
              </a:solidFill>
              <a:latin typeface="+mn-ea"/>
            </a:endParaRPr>
          </a:p>
        </p:txBody>
      </p:sp>
      <p:sp>
        <p:nvSpPr>
          <p:cNvPr id="42" name="文本框 41">
            <a:extLst>
              <a:ext uri="{FF2B5EF4-FFF2-40B4-BE49-F238E27FC236}">
                <a16:creationId xmlns:a16="http://schemas.microsoft.com/office/drawing/2014/main" id="{5D211404-7147-75B7-7EF7-D6D236E7F197}"/>
              </a:ext>
            </a:extLst>
          </p:cNvPr>
          <p:cNvSpPr txBox="1"/>
          <p:nvPr/>
        </p:nvSpPr>
        <p:spPr>
          <a:xfrm>
            <a:off x="4915846" y="4438914"/>
            <a:ext cx="2079047" cy="1352230"/>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Alleviate Loneliness and Enhance Campus Well-being</a:t>
            </a:r>
            <a:endParaRPr lang="zh-CN" altLang="en-US" sz="1600" dirty="0">
              <a:solidFill>
                <a:schemeClr val="accent5"/>
              </a:solidFill>
              <a:latin typeface="+mn-ea"/>
            </a:endParaRPr>
          </a:p>
        </p:txBody>
      </p:sp>
      <p:sp>
        <p:nvSpPr>
          <p:cNvPr id="43" name="文本框 42">
            <a:extLst>
              <a:ext uri="{FF2B5EF4-FFF2-40B4-BE49-F238E27FC236}">
                <a16:creationId xmlns:a16="http://schemas.microsoft.com/office/drawing/2014/main" id="{8FF95C22-5D74-9BE7-3E8E-2A3E1E3AE62F}"/>
              </a:ext>
            </a:extLst>
          </p:cNvPr>
          <p:cNvSpPr txBox="1"/>
          <p:nvPr/>
        </p:nvSpPr>
        <p:spPr>
          <a:xfrm>
            <a:off x="7785442" y="4438914"/>
            <a:ext cx="2079047" cy="1352230"/>
          </a:xfrm>
          <a:prstGeom prst="rect">
            <a:avLst/>
          </a:prstGeom>
          <a:noFill/>
        </p:spPr>
        <p:txBody>
          <a:bodyPr wrap="square" rtlCol="0">
            <a:spAutoFit/>
          </a:bodyPr>
          <a:lstStyle/>
          <a:p>
            <a:pPr lvl="0" algn="ctr">
              <a:lnSpc>
                <a:spcPct val="130000"/>
              </a:lnSpc>
              <a:defRPr/>
            </a:pPr>
            <a:r>
              <a:rPr lang="en-US" altLang="zh-CN" sz="1600" dirty="0">
                <a:solidFill>
                  <a:schemeClr val="accent5"/>
                </a:solidFill>
                <a:latin typeface="+mn-ea"/>
              </a:rPr>
              <a:t>70% of Workplace Issues Are Resolved Through Communication</a:t>
            </a:r>
            <a:endParaRPr lang="zh-CN" altLang="en-US" sz="1600" dirty="0">
              <a:solidFill>
                <a:schemeClr val="accent5"/>
              </a:solidFill>
              <a:latin typeface="+mn-ea"/>
            </a:endParaRPr>
          </a:p>
        </p:txBody>
      </p:sp>
    </p:spTree>
    <p:extLst>
      <p:ext uri="{BB962C8B-B14F-4D97-AF65-F5344CB8AC3E}">
        <p14:creationId xmlns:p14="http://schemas.microsoft.com/office/powerpoint/2010/main" val="25543945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339819" y="2031797"/>
            <a:ext cx="1442704" cy="2554545"/>
          </a:xfrm>
          <a:prstGeom prst="rect">
            <a:avLst/>
          </a:prstGeom>
          <a:noFill/>
        </p:spPr>
        <p:txBody>
          <a:bodyPr wrap="none" lIns="0" tIns="0" rIns="0" bIns="0" rtlCol="0" anchor="t">
            <a:spAutoFit/>
          </a:bodyPr>
          <a:lstStyle/>
          <a:p>
            <a:pPr algn="ctr"/>
            <a:r>
              <a:rPr lang="en-US" altLang="zh-CN" sz="16600">
                <a:solidFill>
                  <a:schemeClr val="accent2">
                    <a:alpha val="14000"/>
                  </a:schemeClr>
                </a:solidFill>
                <a:latin typeface="+mj-ea"/>
                <a:ea typeface="+mj-ea"/>
              </a:rPr>
              <a:t>2</a:t>
            </a:r>
            <a:endParaRPr lang="zh-CN" altLang="en-US" sz="16600">
              <a:solidFill>
                <a:schemeClr val="accent2">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4152798" y="2928210"/>
            <a:ext cx="3816750" cy="830997"/>
          </a:xfrm>
          <a:prstGeom prst="rect">
            <a:avLst/>
          </a:prstGeom>
          <a:noFill/>
          <a:effectLst>
            <a:outerShdw blurRad="127000" dist="63500" dir="2700000" algn="tl" rotWithShape="0">
              <a:schemeClr val="accent2">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solidFill>
                  <a:schemeClr val="accent2"/>
                </a:solidFill>
              </a:rPr>
              <a:t>Questions</a:t>
            </a:r>
            <a:endParaRPr lang="zh-CN" altLang="en-US" dirty="0">
              <a:solidFill>
                <a:schemeClr val="accent2"/>
              </a:solidFill>
            </a:endParaRPr>
          </a:p>
        </p:txBody>
      </p:sp>
      <p:sp>
        <p:nvSpPr>
          <p:cNvPr id="73" name="文本框 72">
            <a:extLst>
              <a:ext uri="{FF2B5EF4-FFF2-40B4-BE49-F238E27FC236}">
                <a16:creationId xmlns:a16="http://schemas.microsoft.com/office/drawing/2014/main" id="{C611A8E4-3D78-4BA0-9A82-F4BDE3EA2CFF}"/>
              </a:ext>
            </a:extLst>
          </p:cNvPr>
          <p:cNvSpPr txBox="1"/>
          <p:nvPr/>
        </p:nvSpPr>
        <p:spPr>
          <a:xfrm>
            <a:off x="5298941" y="2278942"/>
            <a:ext cx="1524456" cy="430887"/>
          </a:xfrm>
          <a:prstGeom prst="rect">
            <a:avLst/>
          </a:prstGeom>
          <a:noFill/>
        </p:spPr>
        <p:txBody>
          <a:bodyPr wrap="none" lIns="0" tIns="0" rIns="0" bIns="0" rtlCol="0" anchor="t">
            <a:spAutoFit/>
          </a:bodyPr>
          <a:lstStyle/>
          <a:p>
            <a:pPr algn="ctr"/>
            <a:r>
              <a:rPr lang="en-US" altLang="zh-CN" sz="2800" dirty="0">
                <a:solidFill>
                  <a:schemeClr val="accent2"/>
                </a:solidFill>
                <a:latin typeface="+mj-ea"/>
                <a:ea typeface="+mj-ea"/>
              </a:rPr>
              <a:t>Part 02 </a:t>
            </a:r>
            <a:endParaRPr lang="zh-CN" altLang="en-US" sz="2800" dirty="0">
              <a:solidFill>
                <a:schemeClr val="accent2"/>
              </a:solidFill>
              <a:latin typeface="+mj-ea"/>
              <a:ea typeface="+mj-ea"/>
            </a:endParaRPr>
          </a:p>
        </p:txBody>
      </p:sp>
    </p:spTree>
    <p:extLst>
      <p:ext uri="{BB962C8B-B14F-4D97-AF65-F5344CB8AC3E}">
        <p14:creationId xmlns:p14="http://schemas.microsoft.com/office/powerpoint/2010/main" val="2164917824"/>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B3DD4CDD-53A8-A6A5-17F9-742A577644EE}"/>
              </a:ext>
            </a:extLst>
          </p:cNvPr>
          <p:cNvSpPr>
            <a:spLocks noChangeArrowheads="1"/>
          </p:cNvSpPr>
          <p:nvPr/>
        </p:nvSpPr>
        <p:spPr bwMode="auto">
          <a:xfrm>
            <a:off x="6500344" y="2081817"/>
            <a:ext cx="2424450" cy="3054538"/>
          </a:xfrm>
          <a:prstGeom prst="rect">
            <a:avLst/>
          </a:pr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a:p>
        </p:txBody>
      </p:sp>
      <p:sp>
        <p:nvSpPr>
          <p:cNvPr id="3" name="文本框 2">
            <a:extLst>
              <a:ext uri="{FF2B5EF4-FFF2-40B4-BE49-F238E27FC236}">
                <a16:creationId xmlns:a16="http://schemas.microsoft.com/office/drawing/2014/main" id="{922D58FE-E81E-A277-1A22-B6B2873E03AB}"/>
              </a:ext>
            </a:extLst>
          </p:cNvPr>
          <p:cNvSpPr txBox="1"/>
          <p:nvPr/>
        </p:nvSpPr>
        <p:spPr>
          <a:xfrm>
            <a:off x="1144396" y="376039"/>
            <a:ext cx="4410897"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General FAQs</a:t>
            </a:r>
          </a:p>
          <a:p>
            <a:pPr algn="r"/>
            <a:r>
              <a:rPr lang="en-US" altLang="zh-CN" sz="2000" dirty="0">
                <a:solidFill>
                  <a:schemeClr val="accent5"/>
                </a:solidFill>
                <a:latin typeface="+mj-ea"/>
                <a:ea typeface="+mj-ea"/>
              </a:rPr>
              <a:t>--Breaking the Ice Dilemma</a:t>
            </a:r>
          </a:p>
        </p:txBody>
      </p:sp>
      <p:sp>
        <p:nvSpPr>
          <p:cNvPr id="28" name="矩形 27">
            <a:extLst>
              <a:ext uri="{FF2B5EF4-FFF2-40B4-BE49-F238E27FC236}">
                <a16:creationId xmlns:a16="http://schemas.microsoft.com/office/drawing/2014/main" id="{619B31FD-87D9-6EDA-A01B-EC509A52C4C0}"/>
              </a:ext>
            </a:extLst>
          </p:cNvPr>
          <p:cNvSpPr>
            <a:spLocks noChangeArrowheads="1"/>
          </p:cNvSpPr>
          <p:nvPr/>
        </p:nvSpPr>
        <p:spPr bwMode="auto">
          <a:xfrm>
            <a:off x="2655518" y="2081818"/>
            <a:ext cx="2359077" cy="2831858"/>
          </a:xfrm>
          <a:prstGeom prst="rect">
            <a:avLst/>
          </a:pr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a:p>
        </p:txBody>
      </p:sp>
      <p:sp>
        <p:nvSpPr>
          <p:cNvPr id="44" name="文本框 43">
            <a:extLst>
              <a:ext uri="{FF2B5EF4-FFF2-40B4-BE49-F238E27FC236}">
                <a16:creationId xmlns:a16="http://schemas.microsoft.com/office/drawing/2014/main" id="{13EFFE71-441C-29B4-47EE-8CC412FB2C0E}"/>
              </a:ext>
            </a:extLst>
          </p:cNvPr>
          <p:cNvSpPr txBox="1"/>
          <p:nvPr/>
        </p:nvSpPr>
        <p:spPr>
          <a:xfrm>
            <a:off x="2949867" y="2096245"/>
            <a:ext cx="1795531" cy="1015663"/>
          </a:xfrm>
          <a:prstGeom prst="rect">
            <a:avLst/>
          </a:prstGeom>
          <a:noFill/>
        </p:spPr>
        <p:txBody>
          <a:bodyPr wrap="square">
            <a:spAutoFit/>
          </a:bodyPr>
          <a:lstStyle/>
          <a:p>
            <a:pPr algn="ctr"/>
            <a:r>
              <a:rPr lang="en-US" altLang="zh-CN" sz="2000" dirty="0">
                <a:solidFill>
                  <a:schemeClr val="bg1"/>
                </a:solidFill>
                <a:latin typeface="+mj-ea"/>
                <a:ea typeface="+mj-ea"/>
              </a:rPr>
              <a:t>Typical Scenarios</a:t>
            </a:r>
          </a:p>
          <a:p>
            <a:pPr algn="ctr"/>
            <a:r>
              <a:rPr lang="en-US" altLang="zh-CN" sz="2000" dirty="0">
                <a:solidFill>
                  <a:schemeClr val="bg1"/>
                </a:solidFill>
                <a:latin typeface="+mj-ea"/>
                <a:ea typeface="+mj-ea"/>
              </a:rPr>
              <a:t>1</a:t>
            </a:r>
            <a:endParaRPr lang="zh-CN" altLang="en-US" sz="2000" dirty="0">
              <a:solidFill>
                <a:schemeClr val="bg1"/>
              </a:solidFill>
              <a:latin typeface="+mj-ea"/>
              <a:ea typeface="+mj-ea"/>
            </a:endParaRPr>
          </a:p>
        </p:txBody>
      </p:sp>
      <p:sp>
        <p:nvSpPr>
          <p:cNvPr id="46" name="文本框 45">
            <a:extLst>
              <a:ext uri="{FF2B5EF4-FFF2-40B4-BE49-F238E27FC236}">
                <a16:creationId xmlns:a16="http://schemas.microsoft.com/office/drawing/2014/main" id="{3BC7DBDE-3F5F-A4E2-7EF6-842F126D7E0D}"/>
              </a:ext>
            </a:extLst>
          </p:cNvPr>
          <p:cNvSpPr txBox="1"/>
          <p:nvPr/>
        </p:nvSpPr>
        <p:spPr>
          <a:xfrm>
            <a:off x="2902171" y="3044743"/>
            <a:ext cx="1998118" cy="1754839"/>
          </a:xfrm>
          <a:prstGeom prst="rect">
            <a:avLst/>
          </a:prstGeom>
          <a:noFill/>
        </p:spPr>
        <p:txBody>
          <a:bodyPr wrap="square">
            <a:spAutoFit/>
          </a:bodyPr>
          <a:lstStyle/>
          <a:p>
            <a:pPr algn="ctr">
              <a:lnSpc>
                <a:spcPct val="130000"/>
              </a:lnSpc>
            </a:pPr>
            <a:r>
              <a:rPr lang="en-US" altLang="zh-CN" sz="1400" dirty="0">
                <a:solidFill>
                  <a:schemeClr val="bg1"/>
                </a:solidFill>
              </a:rPr>
              <a:t>You have been living in the dorm for a week, but haven't spoken more than ten sentences to my roommates?</a:t>
            </a:r>
            <a:endParaRPr lang="zh-CN" altLang="en-US" sz="1400" dirty="0">
              <a:solidFill>
                <a:schemeClr val="bg1"/>
              </a:solidFill>
            </a:endParaRPr>
          </a:p>
        </p:txBody>
      </p:sp>
      <p:sp>
        <p:nvSpPr>
          <p:cNvPr id="36" name="矩形 35">
            <a:extLst>
              <a:ext uri="{FF2B5EF4-FFF2-40B4-BE49-F238E27FC236}">
                <a16:creationId xmlns:a16="http://schemas.microsoft.com/office/drawing/2014/main" id="{1BCA06FE-2BF5-AB10-989F-4AAFF413EC19}"/>
              </a:ext>
            </a:extLst>
          </p:cNvPr>
          <p:cNvSpPr>
            <a:spLocks noChangeArrowheads="1"/>
          </p:cNvSpPr>
          <p:nvPr/>
        </p:nvSpPr>
        <p:spPr bwMode="auto">
          <a:xfrm>
            <a:off x="4644013" y="4736877"/>
            <a:ext cx="2226729" cy="1188000"/>
          </a:xfrm>
          <a:prstGeom prst="rect">
            <a:avLst/>
          </a:pr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zh-CN" altLang="en-US" sz="5400"/>
          </a:p>
        </p:txBody>
      </p:sp>
      <p:sp>
        <p:nvSpPr>
          <p:cNvPr id="48" name="文本框 47">
            <a:extLst>
              <a:ext uri="{FF2B5EF4-FFF2-40B4-BE49-F238E27FC236}">
                <a16:creationId xmlns:a16="http://schemas.microsoft.com/office/drawing/2014/main" id="{B2928910-5636-B5B1-FFEA-D067D7CF40E6}"/>
              </a:ext>
            </a:extLst>
          </p:cNvPr>
          <p:cNvSpPr txBox="1"/>
          <p:nvPr/>
        </p:nvSpPr>
        <p:spPr>
          <a:xfrm>
            <a:off x="4860833" y="4913676"/>
            <a:ext cx="1949717" cy="369332"/>
          </a:xfrm>
          <a:prstGeom prst="rect">
            <a:avLst/>
          </a:prstGeom>
          <a:noFill/>
        </p:spPr>
        <p:txBody>
          <a:bodyPr wrap="square">
            <a:spAutoFit/>
          </a:bodyPr>
          <a:lstStyle/>
          <a:p>
            <a:r>
              <a:rPr lang="en-US" altLang="zh-CN" dirty="0">
                <a:solidFill>
                  <a:schemeClr val="bg1"/>
                </a:solidFill>
                <a:latin typeface="+mj-ea"/>
                <a:ea typeface="+mj-ea"/>
              </a:rPr>
              <a:t>Core Barriers</a:t>
            </a:r>
          </a:p>
        </p:txBody>
      </p:sp>
      <p:sp>
        <p:nvSpPr>
          <p:cNvPr id="49" name="文本框 48">
            <a:extLst>
              <a:ext uri="{FF2B5EF4-FFF2-40B4-BE49-F238E27FC236}">
                <a16:creationId xmlns:a16="http://schemas.microsoft.com/office/drawing/2014/main" id="{5D5D2708-3AF1-CFF3-5895-EF2BD05C55BA}"/>
              </a:ext>
            </a:extLst>
          </p:cNvPr>
          <p:cNvSpPr txBox="1"/>
          <p:nvPr/>
        </p:nvSpPr>
        <p:spPr>
          <a:xfrm>
            <a:off x="4725337" y="5440303"/>
            <a:ext cx="1998118" cy="307777"/>
          </a:xfrm>
          <a:prstGeom prst="rect">
            <a:avLst/>
          </a:prstGeom>
          <a:noFill/>
        </p:spPr>
        <p:txBody>
          <a:bodyPr wrap="square">
            <a:spAutoFit/>
          </a:bodyPr>
          <a:lstStyle/>
          <a:p>
            <a:r>
              <a:rPr lang="en-US" altLang="zh-CN" sz="1400" dirty="0">
                <a:solidFill>
                  <a:schemeClr val="bg1"/>
                </a:solidFill>
              </a:rPr>
              <a:t>The Fear of Rejection</a:t>
            </a:r>
          </a:p>
        </p:txBody>
      </p:sp>
      <p:sp>
        <p:nvSpPr>
          <p:cNvPr id="54" name="文本框 53">
            <a:extLst>
              <a:ext uri="{FF2B5EF4-FFF2-40B4-BE49-F238E27FC236}">
                <a16:creationId xmlns:a16="http://schemas.microsoft.com/office/drawing/2014/main" id="{CE8D23CD-A48D-EA08-3DFD-CEF93B61B58F}"/>
              </a:ext>
            </a:extLst>
          </p:cNvPr>
          <p:cNvSpPr txBox="1"/>
          <p:nvPr/>
        </p:nvSpPr>
        <p:spPr>
          <a:xfrm>
            <a:off x="6810550" y="2121413"/>
            <a:ext cx="1717370" cy="923330"/>
          </a:xfrm>
          <a:prstGeom prst="rect">
            <a:avLst/>
          </a:prstGeom>
          <a:noFill/>
        </p:spPr>
        <p:txBody>
          <a:bodyPr wrap="square">
            <a:spAutoFit/>
          </a:bodyPr>
          <a:lstStyle/>
          <a:p>
            <a:pPr algn="ctr"/>
            <a:r>
              <a:rPr lang="en-US" altLang="zh-CN" dirty="0">
                <a:solidFill>
                  <a:schemeClr val="bg1"/>
                </a:solidFill>
                <a:latin typeface="+mj-ea"/>
              </a:rPr>
              <a:t>Typical Scenarios</a:t>
            </a:r>
          </a:p>
          <a:p>
            <a:pPr algn="ctr"/>
            <a:r>
              <a:rPr lang="en-US" altLang="zh-CN" dirty="0">
                <a:solidFill>
                  <a:schemeClr val="bg1"/>
                </a:solidFill>
                <a:latin typeface="+mj-ea"/>
              </a:rPr>
              <a:t>2</a:t>
            </a:r>
            <a:endParaRPr lang="zh-CN" altLang="en-US" dirty="0">
              <a:solidFill>
                <a:schemeClr val="bg1"/>
              </a:solidFill>
              <a:latin typeface="+mj-ea"/>
            </a:endParaRPr>
          </a:p>
        </p:txBody>
      </p:sp>
      <p:sp>
        <p:nvSpPr>
          <p:cNvPr id="55" name="文本框 54">
            <a:extLst>
              <a:ext uri="{FF2B5EF4-FFF2-40B4-BE49-F238E27FC236}">
                <a16:creationId xmlns:a16="http://schemas.microsoft.com/office/drawing/2014/main" id="{93470B3B-7D82-48B5-F13B-AFCB772F02B6}"/>
              </a:ext>
            </a:extLst>
          </p:cNvPr>
          <p:cNvSpPr txBox="1"/>
          <p:nvPr/>
        </p:nvSpPr>
        <p:spPr>
          <a:xfrm>
            <a:off x="6733893" y="2977967"/>
            <a:ext cx="1998118" cy="2034916"/>
          </a:xfrm>
          <a:prstGeom prst="rect">
            <a:avLst/>
          </a:prstGeom>
          <a:noFill/>
        </p:spPr>
        <p:txBody>
          <a:bodyPr wrap="square">
            <a:spAutoFit/>
          </a:bodyPr>
          <a:lstStyle/>
          <a:p>
            <a:pPr algn="ctr">
              <a:lnSpc>
                <a:spcPct val="130000"/>
              </a:lnSpc>
            </a:pPr>
            <a:r>
              <a:rPr lang="en-US" altLang="zh-CN" sz="1400" dirty="0">
                <a:solidFill>
                  <a:schemeClr val="bg1"/>
                </a:solidFill>
              </a:rPr>
              <a:t>During the club </a:t>
            </a:r>
            <a:r>
              <a:rPr lang="en-US" altLang="zh-CN" sz="1400" dirty="0" err="1">
                <a:solidFill>
                  <a:schemeClr val="bg1"/>
                </a:solidFill>
              </a:rPr>
              <a:t>recruitment,you</a:t>
            </a:r>
            <a:r>
              <a:rPr lang="en-US" altLang="zh-CN" sz="1400" dirty="0">
                <a:solidFill>
                  <a:schemeClr val="bg1"/>
                </a:solidFill>
              </a:rPr>
              <a:t> hesitated for 30 minutes in front of the booth without daring to ask questions?</a:t>
            </a:r>
            <a:endParaRPr lang="zh-CN" altLang="en-US" sz="1400" dirty="0">
              <a:solidFill>
                <a:schemeClr val="bg1"/>
              </a:solidFill>
            </a:endParaRPr>
          </a:p>
        </p:txBody>
      </p:sp>
      <p:cxnSp>
        <p:nvCxnSpPr>
          <p:cNvPr id="10" name="连接符: 肘形 9">
            <a:extLst>
              <a:ext uri="{FF2B5EF4-FFF2-40B4-BE49-F238E27FC236}">
                <a16:creationId xmlns:a16="http://schemas.microsoft.com/office/drawing/2014/main" id="{2463FCC0-49CF-9F7E-599D-31D40B508F35}"/>
              </a:ext>
            </a:extLst>
          </p:cNvPr>
          <p:cNvCxnSpPr>
            <a:cxnSpLocks/>
            <a:stCxn id="35" idx="2"/>
            <a:endCxn id="36" idx="3"/>
          </p:cNvCxnSpPr>
          <p:nvPr/>
        </p:nvCxnSpPr>
        <p:spPr>
          <a:xfrm rot="5400000">
            <a:off x="7194395" y="4812703"/>
            <a:ext cx="194522" cy="8418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691F24DD-7FCB-88D3-EB59-92088290666B}"/>
              </a:ext>
            </a:extLst>
          </p:cNvPr>
          <p:cNvCxnSpPr>
            <a:cxnSpLocks/>
            <a:stCxn id="28" idx="2"/>
            <a:endCxn id="36" idx="1"/>
          </p:cNvCxnSpPr>
          <p:nvPr/>
        </p:nvCxnSpPr>
        <p:spPr>
          <a:xfrm rot="16200000" flipH="1">
            <a:off x="4030935" y="4717798"/>
            <a:ext cx="417201" cy="808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727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4761626" cy="615553"/>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Common FAQs</a:t>
            </a:r>
          </a:p>
          <a:p>
            <a:pPr algn="r"/>
            <a:r>
              <a:rPr lang="en-US" altLang="zh-CN" sz="2000" dirty="0">
                <a:solidFill>
                  <a:schemeClr val="accent5"/>
                </a:solidFill>
                <a:latin typeface="+mj-ea"/>
                <a:ea typeface="+mj-ea"/>
              </a:rPr>
              <a:t>--Communication Mismatch</a:t>
            </a:r>
          </a:p>
        </p:txBody>
      </p:sp>
      <p:sp>
        <p:nvSpPr>
          <p:cNvPr id="29" name="矩形: 圆角 28">
            <a:extLst>
              <a:ext uri="{FF2B5EF4-FFF2-40B4-BE49-F238E27FC236}">
                <a16:creationId xmlns:a16="http://schemas.microsoft.com/office/drawing/2014/main" id="{9139C3A2-7CE9-6926-26DD-D2A4B42C3475}"/>
              </a:ext>
            </a:extLst>
          </p:cNvPr>
          <p:cNvSpPr/>
          <p:nvPr/>
        </p:nvSpPr>
        <p:spPr>
          <a:xfrm>
            <a:off x="2179866" y="2517116"/>
            <a:ext cx="2862415" cy="3096002"/>
          </a:xfrm>
          <a:prstGeom prst="roundRect">
            <a:avLst>
              <a:gd name="adj" fmla="val 3013"/>
            </a:avLst>
          </a:prstGeom>
          <a:solidFill>
            <a:schemeClr val="bg1"/>
          </a:solidFill>
          <a:ln>
            <a:gradFill flip="none" rotWithShape="1">
              <a:gsLst>
                <a:gs pos="30000">
                  <a:schemeClr val="accent2">
                    <a:alpha val="44000"/>
                  </a:schemeClr>
                </a:gs>
                <a:gs pos="100000">
                  <a:schemeClr val="bg1">
                    <a:alpha val="0"/>
                  </a:schemeClr>
                </a:gs>
              </a:gsLst>
              <a:lin ang="16200000" scaled="1"/>
              <a:tileRect/>
            </a:gradFill>
          </a:ln>
          <a:effectLst>
            <a:outerShdw blurRad="228600" sx="98000" sy="98000" algn="ctr" rotWithShape="0">
              <a:schemeClr val="accent1">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2" name="任意多边形: 形状 31">
            <a:extLst>
              <a:ext uri="{FF2B5EF4-FFF2-40B4-BE49-F238E27FC236}">
                <a16:creationId xmlns:a16="http://schemas.microsoft.com/office/drawing/2014/main" id="{6B58CF2C-5B73-823C-665C-912D3F4899A8}"/>
              </a:ext>
            </a:extLst>
          </p:cNvPr>
          <p:cNvSpPr/>
          <p:nvPr/>
        </p:nvSpPr>
        <p:spPr>
          <a:xfrm>
            <a:off x="2179867" y="2563441"/>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33" name="任意多边形: 形状 32">
            <a:extLst>
              <a:ext uri="{FF2B5EF4-FFF2-40B4-BE49-F238E27FC236}">
                <a16:creationId xmlns:a16="http://schemas.microsoft.com/office/drawing/2014/main" id="{1BF569FD-76ED-CA44-8EBB-EDE998FEDB81}"/>
              </a:ext>
            </a:extLst>
          </p:cNvPr>
          <p:cNvSpPr/>
          <p:nvPr/>
        </p:nvSpPr>
        <p:spPr>
          <a:xfrm>
            <a:off x="2179867" y="2371007"/>
            <a:ext cx="2862414" cy="797462"/>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74320" tIns="137160" rIns="274320" bIns="137160" rtlCol="0" anchor="ctr">
            <a:spAutoFit/>
          </a:bodyPr>
          <a:lstStyle/>
          <a:p>
            <a:pPr algn="ctr"/>
            <a:endParaRPr lang="zh-CN" altLang="en-US" sz="5400" dirty="0"/>
          </a:p>
        </p:txBody>
      </p:sp>
      <p:sp>
        <p:nvSpPr>
          <p:cNvPr id="34" name="文本框 33">
            <a:extLst>
              <a:ext uri="{FF2B5EF4-FFF2-40B4-BE49-F238E27FC236}">
                <a16:creationId xmlns:a16="http://schemas.microsoft.com/office/drawing/2014/main" id="{16C2FB4A-7FA3-4278-C7F5-6FE1465D2F29}"/>
              </a:ext>
            </a:extLst>
          </p:cNvPr>
          <p:cNvSpPr txBox="1"/>
          <p:nvPr/>
        </p:nvSpPr>
        <p:spPr>
          <a:xfrm>
            <a:off x="2440798" y="2568630"/>
            <a:ext cx="2340549" cy="830997"/>
          </a:xfrm>
          <a:prstGeom prst="rect">
            <a:avLst/>
          </a:prstGeom>
          <a:noFill/>
        </p:spPr>
        <p:txBody>
          <a:bodyPr wrap="square">
            <a:spAutoFit/>
          </a:bodyPr>
          <a:lstStyle/>
          <a:p>
            <a:pPr algn="ctr">
              <a:defRPr/>
            </a:pPr>
            <a:r>
              <a:rPr lang="en-US" altLang="zh-CN" sz="1600" dirty="0">
                <a:solidFill>
                  <a:prstClr val="white"/>
                </a:solidFill>
                <a:latin typeface="OPPOSans H"/>
                <a:ea typeface="OPPOSans H"/>
              </a:rPr>
              <a:t>The Conversation Killer</a:t>
            </a:r>
          </a:p>
          <a:p>
            <a:pPr lvl="0" algn="dist">
              <a:defRPr/>
            </a:pPr>
            <a:endParaRPr kumimoji="0" lang="zh-CN" altLang="en-US" sz="1600" i="0" u="none" strike="noStrike" kern="1200" cap="none" spc="0" normalizeH="0" baseline="0" noProof="0" dirty="0">
              <a:ln>
                <a:noFill/>
              </a:ln>
              <a:solidFill>
                <a:prstClr val="white"/>
              </a:solidFill>
              <a:effectLst/>
              <a:uLnTx/>
              <a:uFillTx/>
              <a:latin typeface="+mj-ea"/>
              <a:ea typeface="+mj-ea"/>
              <a:cs typeface="+mn-cs"/>
            </a:endParaRPr>
          </a:p>
        </p:txBody>
      </p:sp>
      <p:sp>
        <p:nvSpPr>
          <p:cNvPr id="54" name="文本框 53">
            <a:extLst>
              <a:ext uri="{FF2B5EF4-FFF2-40B4-BE49-F238E27FC236}">
                <a16:creationId xmlns:a16="http://schemas.microsoft.com/office/drawing/2014/main" id="{B1248ECC-F2FA-16B4-3B92-329DB7F96742}"/>
              </a:ext>
            </a:extLst>
          </p:cNvPr>
          <p:cNvSpPr txBox="1"/>
          <p:nvPr/>
        </p:nvSpPr>
        <p:spPr>
          <a:xfrm>
            <a:off x="2269203" y="3628608"/>
            <a:ext cx="2603481" cy="1167564"/>
          </a:xfrm>
          <a:prstGeom prst="rect">
            <a:avLst/>
          </a:prstGeom>
          <a:noFill/>
        </p:spPr>
        <p:txBody>
          <a:bodyPr wrap="square" rtlCol="0">
            <a:spAutoFit/>
          </a:bodyPr>
          <a:lstStyle/>
          <a:p>
            <a:pPr lvl="0" algn="just">
              <a:lnSpc>
                <a:spcPct val="150000"/>
              </a:lnSpc>
              <a:defRPr/>
            </a:pPr>
            <a:r>
              <a:rPr lang="en-US" altLang="zh-CN" sz="1600" dirty="0">
                <a:solidFill>
                  <a:schemeClr val="accent5"/>
                </a:solidFill>
                <a:latin typeface="+mn-ea"/>
              </a:rPr>
              <a:t>Only able to respond with "mm", "oh", "not bad"</a:t>
            </a:r>
            <a:endParaRPr lang="zh-CN" altLang="en-US" sz="1600" dirty="0">
              <a:solidFill>
                <a:schemeClr val="accent5"/>
              </a:solidFill>
              <a:latin typeface="+mn-ea"/>
            </a:endParaRPr>
          </a:p>
        </p:txBody>
      </p:sp>
      <p:sp>
        <p:nvSpPr>
          <p:cNvPr id="61" name="矩形: 圆角 60">
            <a:extLst>
              <a:ext uri="{FF2B5EF4-FFF2-40B4-BE49-F238E27FC236}">
                <a16:creationId xmlns:a16="http://schemas.microsoft.com/office/drawing/2014/main" id="{C2880C30-07A2-5528-5D31-AEF06D9EBF1E}"/>
              </a:ext>
            </a:extLst>
          </p:cNvPr>
          <p:cNvSpPr/>
          <p:nvPr/>
        </p:nvSpPr>
        <p:spPr>
          <a:xfrm>
            <a:off x="6652208" y="2489693"/>
            <a:ext cx="2844000" cy="3096000"/>
          </a:xfrm>
          <a:prstGeom prst="roundRect">
            <a:avLst>
              <a:gd name="adj" fmla="val 3013"/>
            </a:avLst>
          </a:prstGeom>
          <a:solidFill>
            <a:schemeClr val="bg1"/>
          </a:solidFill>
          <a:ln>
            <a:gradFill flip="none" rotWithShape="1">
              <a:gsLst>
                <a:gs pos="30000">
                  <a:schemeClr val="accent4">
                    <a:alpha val="44000"/>
                  </a:schemeClr>
                </a:gs>
                <a:gs pos="100000">
                  <a:schemeClr val="bg1">
                    <a:alpha val="0"/>
                  </a:schemeClr>
                </a:gs>
              </a:gsLst>
              <a:lin ang="16200000" scaled="1"/>
              <a:tileRect/>
            </a:gradFill>
          </a:ln>
          <a:effectLst>
            <a:outerShdw blurRad="228600" sx="98000" sy="98000" algn="ctr" rotWithShape="0">
              <a:schemeClr val="accent1">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62" name="任意多边形: 形状 61">
            <a:extLst>
              <a:ext uri="{FF2B5EF4-FFF2-40B4-BE49-F238E27FC236}">
                <a16:creationId xmlns:a16="http://schemas.microsoft.com/office/drawing/2014/main" id="{6B10A0ED-55D3-B1AE-5841-5D651ADE61AA}"/>
              </a:ext>
            </a:extLst>
          </p:cNvPr>
          <p:cNvSpPr/>
          <p:nvPr/>
        </p:nvSpPr>
        <p:spPr>
          <a:xfrm>
            <a:off x="6649545" y="2513336"/>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63" name="任意多边形: 形状 62">
            <a:extLst>
              <a:ext uri="{FF2B5EF4-FFF2-40B4-BE49-F238E27FC236}">
                <a16:creationId xmlns:a16="http://schemas.microsoft.com/office/drawing/2014/main" id="{BF908A1C-BFAE-5645-4CD7-B78E7DEDA285}"/>
              </a:ext>
            </a:extLst>
          </p:cNvPr>
          <p:cNvSpPr/>
          <p:nvPr/>
        </p:nvSpPr>
        <p:spPr>
          <a:xfrm>
            <a:off x="6649545" y="2424699"/>
            <a:ext cx="2862415" cy="690077"/>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lang="zh-CN" altLang="en-US" sz="5400" dirty="0"/>
          </a:p>
        </p:txBody>
      </p:sp>
      <p:sp>
        <p:nvSpPr>
          <p:cNvPr id="64" name="文本框 63">
            <a:extLst>
              <a:ext uri="{FF2B5EF4-FFF2-40B4-BE49-F238E27FC236}">
                <a16:creationId xmlns:a16="http://schemas.microsoft.com/office/drawing/2014/main" id="{0E8E227E-1D62-9E13-505F-BC4F83BC8027}"/>
              </a:ext>
            </a:extLst>
          </p:cNvPr>
          <p:cNvSpPr txBox="1"/>
          <p:nvPr/>
        </p:nvSpPr>
        <p:spPr>
          <a:xfrm>
            <a:off x="7031339" y="2512763"/>
            <a:ext cx="2179090" cy="584775"/>
          </a:xfrm>
          <a:prstGeom prst="rect">
            <a:avLst/>
          </a:prstGeom>
          <a:noFill/>
        </p:spPr>
        <p:txBody>
          <a:bodyPr wrap="square">
            <a:spAutoFit/>
          </a:bodyPr>
          <a:lstStyle/>
          <a:p>
            <a:pPr algn="ctr">
              <a:defRPr/>
            </a:pPr>
            <a:r>
              <a:rPr lang="en-US" altLang="zh-CN" sz="1600" dirty="0">
                <a:solidFill>
                  <a:prstClr val="white"/>
                </a:solidFill>
                <a:latin typeface="OPPOSans H"/>
                <a:ea typeface="OPPOSans H"/>
              </a:rPr>
              <a:t>The Egocentric Person</a:t>
            </a:r>
          </a:p>
        </p:txBody>
      </p:sp>
      <p:sp>
        <p:nvSpPr>
          <p:cNvPr id="70" name="文本框 69">
            <a:extLst>
              <a:ext uri="{FF2B5EF4-FFF2-40B4-BE49-F238E27FC236}">
                <a16:creationId xmlns:a16="http://schemas.microsoft.com/office/drawing/2014/main" id="{05D950E2-F743-CD70-9413-75245BD97DF9}"/>
              </a:ext>
            </a:extLst>
          </p:cNvPr>
          <p:cNvSpPr txBox="1"/>
          <p:nvPr/>
        </p:nvSpPr>
        <p:spPr>
          <a:xfrm>
            <a:off x="6819143" y="3578503"/>
            <a:ext cx="2603481" cy="1323439"/>
          </a:xfrm>
          <a:prstGeom prst="rect">
            <a:avLst/>
          </a:prstGeom>
          <a:noFill/>
        </p:spPr>
        <p:txBody>
          <a:bodyPr wrap="square" rtlCol="0">
            <a:spAutoFit/>
          </a:bodyPr>
          <a:lstStyle/>
          <a:p>
            <a:r>
              <a:rPr lang="en-US" altLang="zh-CN" sz="1600" dirty="0">
                <a:solidFill>
                  <a:schemeClr val="accent5"/>
                </a:solidFill>
                <a:latin typeface="+mn-ea"/>
              </a:rPr>
              <a:t>Focusing Solely on Self-interests (Games/Idol Chasing) Without Noticing Others' Reactions</a:t>
            </a:r>
          </a:p>
        </p:txBody>
      </p:sp>
      <p:sp>
        <p:nvSpPr>
          <p:cNvPr id="74" name="椭圆 73">
            <a:extLst>
              <a:ext uri="{FF2B5EF4-FFF2-40B4-BE49-F238E27FC236}">
                <a16:creationId xmlns:a16="http://schemas.microsoft.com/office/drawing/2014/main" id="{93B471AB-CC2E-AB91-BAA5-ABD3F133ABE1}"/>
              </a:ext>
            </a:extLst>
          </p:cNvPr>
          <p:cNvSpPr/>
          <p:nvPr/>
        </p:nvSpPr>
        <p:spPr>
          <a:xfrm>
            <a:off x="3225101" y="5430738"/>
            <a:ext cx="118428" cy="118428"/>
          </a:xfrm>
          <a:prstGeom prst="ellipse">
            <a:avLst/>
          </a:prstGeom>
          <a:solidFill>
            <a:schemeClr val="accent2"/>
          </a:solid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75" name="椭圆 74">
            <a:extLst>
              <a:ext uri="{FF2B5EF4-FFF2-40B4-BE49-F238E27FC236}">
                <a16:creationId xmlns:a16="http://schemas.microsoft.com/office/drawing/2014/main" id="{FBCD3D9F-A516-3B04-413B-5F56ECDB1C88}"/>
              </a:ext>
            </a:extLst>
          </p:cNvPr>
          <p:cNvSpPr/>
          <p:nvPr/>
        </p:nvSpPr>
        <p:spPr>
          <a:xfrm>
            <a:off x="3543660" y="5430738"/>
            <a:ext cx="118428" cy="118428"/>
          </a:xfrm>
          <a:prstGeom prst="ellipse">
            <a:avLst/>
          </a:prstGeom>
          <a:no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76" name="椭圆 75">
            <a:extLst>
              <a:ext uri="{FF2B5EF4-FFF2-40B4-BE49-F238E27FC236}">
                <a16:creationId xmlns:a16="http://schemas.microsoft.com/office/drawing/2014/main" id="{AA4F7699-A51E-2A35-63CA-D244F9FCDA5D}"/>
              </a:ext>
            </a:extLst>
          </p:cNvPr>
          <p:cNvSpPr/>
          <p:nvPr/>
        </p:nvSpPr>
        <p:spPr>
          <a:xfrm>
            <a:off x="3862219" y="5430738"/>
            <a:ext cx="118428" cy="118428"/>
          </a:xfrm>
          <a:prstGeom prst="ellipse">
            <a:avLst/>
          </a:prstGeom>
          <a:noFill/>
          <a:ln w="22225">
            <a:solidFill>
              <a:schemeClr val="accent2"/>
            </a:solidFill>
          </a:ln>
          <a:effectLst>
            <a:outerShdw blurRad="76200" dist="38100" dir="2700000" algn="tl" rotWithShape="0">
              <a:schemeClr val="accent2">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81" name="椭圆 80">
            <a:extLst>
              <a:ext uri="{FF2B5EF4-FFF2-40B4-BE49-F238E27FC236}">
                <a16:creationId xmlns:a16="http://schemas.microsoft.com/office/drawing/2014/main" id="{F53358E6-94C7-1F88-5FE5-780041CC842E}"/>
              </a:ext>
            </a:extLst>
          </p:cNvPr>
          <p:cNvSpPr/>
          <p:nvPr/>
        </p:nvSpPr>
        <p:spPr>
          <a:xfrm>
            <a:off x="7688722" y="5371524"/>
            <a:ext cx="118428" cy="118428"/>
          </a:xfrm>
          <a:prstGeom prst="ellipse">
            <a:avLst/>
          </a:prstGeom>
          <a:no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82" name="椭圆 81">
            <a:extLst>
              <a:ext uri="{FF2B5EF4-FFF2-40B4-BE49-F238E27FC236}">
                <a16:creationId xmlns:a16="http://schemas.microsoft.com/office/drawing/2014/main" id="{FE89557E-F87C-16FE-A8D0-28CC5F285259}"/>
              </a:ext>
            </a:extLst>
          </p:cNvPr>
          <p:cNvSpPr/>
          <p:nvPr/>
        </p:nvSpPr>
        <p:spPr>
          <a:xfrm>
            <a:off x="8007281" y="5371524"/>
            <a:ext cx="118428" cy="118428"/>
          </a:xfrm>
          <a:prstGeom prst="ellipse">
            <a:avLst/>
          </a:prstGeom>
          <a:no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algn="ctr"/>
            <a:endParaRPr lang="zh-CN" altLang="en-US" dirty="0">
              <a:solidFill>
                <a:prstClr val="white"/>
              </a:solidFill>
              <a:latin typeface="+mn-ea"/>
            </a:endParaRPr>
          </a:p>
        </p:txBody>
      </p:sp>
      <p:sp>
        <p:nvSpPr>
          <p:cNvPr id="83" name="椭圆 82">
            <a:extLst>
              <a:ext uri="{FF2B5EF4-FFF2-40B4-BE49-F238E27FC236}">
                <a16:creationId xmlns:a16="http://schemas.microsoft.com/office/drawing/2014/main" id="{722DB8A1-EE5B-7F49-E8D6-DBE0C04587B9}"/>
              </a:ext>
            </a:extLst>
          </p:cNvPr>
          <p:cNvSpPr/>
          <p:nvPr/>
        </p:nvSpPr>
        <p:spPr>
          <a:xfrm>
            <a:off x="8325840" y="5371524"/>
            <a:ext cx="118428" cy="118428"/>
          </a:xfrm>
          <a:prstGeom prst="ellipse">
            <a:avLst/>
          </a:prstGeom>
          <a:solidFill>
            <a:schemeClr val="accent4"/>
          </a:solidFill>
          <a:ln w="22225">
            <a:solidFill>
              <a:schemeClr val="accent4"/>
            </a:solidFill>
          </a:ln>
          <a:effectLst>
            <a:outerShdw blurRad="76200" dist="38100" dir="2700000" algn="tl" rotWithShape="0">
              <a:schemeClr val="accent4">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Tree>
    <p:extLst>
      <p:ext uri="{BB962C8B-B14F-4D97-AF65-F5344CB8AC3E}">
        <p14:creationId xmlns:p14="http://schemas.microsoft.com/office/powerpoint/2010/main" val="152906502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2D58FE-E81E-A277-1A22-B6B2873E03AB}"/>
              </a:ext>
            </a:extLst>
          </p:cNvPr>
          <p:cNvSpPr txBox="1"/>
          <p:nvPr/>
        </p:nvSpPr>
        <p:spPr>
          <a:xfrm>
            <a:off x="1181974" y="349353"/>
            <a:ext cx="3740755" cy="1107996"/>
          </a:xfrm>
          <a:prstGeom prst="rect">
            <a:avLst/>
          </a:prstGeom>
          <a:noFill/>
        </p:spPr>
        <p:txBody>
          <a:bodyPr wrap="square" lIns="0" tIns="0" rIns="0" bIns="0" rtlCol="0" anchor="t">
            <a:spAutoFit/>
          </a:bodyPr>
          <a:lstStyle/>
          <a:p>
            <a:r>
              <a:rPr lang="en-US" altLang="zh-CN" sz="2000" dirty="0">
                <a:solidFill>
                  <a:schemeClr val="accent5"/>
                </a:solidFill>
                <a:latin typeface="+mj-ea"/>
                <a:ea typeface="+mj-ea"/>
              </a:rPr>
              <a:t>Common FAQs</a:t>
            </a:r>
          </a:p>
          <a:p>
            <a:pPr algn="r"/>
            <a:r>
              <a:rPr lang="en-US" altLang="zh-CN" sz="2000" dirty="0">
                <a:solidFill>
                  <a:schemeClr val="accent5"/>
                </a:solidFill>
                <a:latin typeface="+mj-ea"/>
                <a:ea typeface="+mj-ea"/>
              </a:rPr>
              <a:t>--Conflict Resolution</a:t>
            </a:r>
          </a:p>
          <a:p>
            <a:endParaRPr lang="zh-CN" altLang="en-US" sz="3200" dirty="0">
              <a:solidFill>
                <a:schemeClr val="accent5"/>
              </a:solidFill>
              <a:latin typeface="+mj-ea"/>
              <a:ea typeface="+mj-ea"/>
            </a:endParaRPr>
          </a:p>
        </p:txBody>
      </p:sp>
      <p:grpSp>
        <p:nvGrpSpPr>
          <p:cNvPr id="4" name="组合 3">
            <a:extLst>
              <a:ext uri="{FF2B5EF4-FFF2-40B4-BE49-F238E27FC236}">
                <a16:creationId xmlns:a16="http://schemas.microsoft.com/office/drawing/2014/main" id="{9EE0EA18-708B-6322-D93B-BB7BEE71198B}"/>
              </a:ext>
            </a:extLst>
          </p:cNvPr>
          <p:cNvGrpSpPr/>
          <p:nvPr/>
        </p:nvGrpSpPr>
        <p:grpSpPr>
          <a:xfrm>
            <a:off x="4862734" y="3296232"/>
            <a:ext cx="1609594" cy="1671392"/>
            <a:chOff x="4087655" y="1675641"/>
            <a:chExt cx="4016690" cy="4016638"/>
          </a:xfrm>
        </p:grpSpPr>
        <p:sp>
          <p:nvSpPr>
            <p:cNvPr id="41" name="任意多边形: 形状 40">
              <a:extLst>
                <a:ext uri="{FF2B5EF4-FFF2-40B4-BE49-F238E27FC236}">
                  <a16:creationId xmlns:a16="http://schemas.microsoft.com/office/drawing/2014/main" id="{92C24E36-DB58-D90C-19AB-BE784E42A579}"/>
                </a:ext>
              </a:extLst>
            </p:cNvPr>
            <p:cNvSpPr/>
            <p:nvPr/>
          </p:nvSpPr>
          <p:spPr>
            <a:xfrm rot="3491468">
              <a:off x="4907779" y="1850993"/>
              <a:ext cx="3287356" cy="2936651"/>
            </a:xfrm>
            <a:custGeom>
              <a:avLst/>
              <a:gdLst/>
              <a:ahLst/>
              <a:cxnLst>
                <a:cxn ang="0">
                  <a:pos x="wd2" y="hd2"/>
                </a:cxn>
                <a:cxn ang="5400000">
                  <a:pos x="wd2" y="hd2"/>
                </a:cxn>
                <a:cxn ang="10800000">
                  <a:pos x="wd2" y="hd2"/>
                </a:cxn>
                <a:cxn ang="16200000">
                  <a:pos x="wd2" y="hd2"/>
                </a:cxn>
              </a:cxnLst>
              <a:rect l="0" t="0" r="r" b="b"/>
              <a:pathLst>
                <a:path w="17229" h="15056" extrusionOk="0">
                  <a:moveTo>
                    <a:pt x="17229" y="3690"/>
                  </a:moveTo>
                  <a:cubicBezTo>
                    <a:pt x="13404" y="-710"/>
                    <a:pt x="6658" y="-1253"/>
                    <a:pt x="2149" y="2481"/>
                  </a:cubicBezTo>
                  <a:cubicBezTo>
                    <a:pt x="-4371" y="7881"/>
                    <a:pt x="5428" y="18951"/>
                    <a:pt x="11819" y="13659"/>
                  </a:cubicBezTo>
                  <a:cubicBezTo>
                    <a:pt x="10025" y="15144"/>
                    <a:pt x="7341" y="14925"/>
                    <a:pt x="5823" y="13171"/>
                  </a:cubicBezTo>
                  <a:cubicBezTo>
                    <a:pt x="420" y="6925"/>
                    <a:pt x="11704" y="-2649"/>
                    <a:pt x="17229" y="3690"/>
                  </a:cubicBezTo>
                  <a:close/>
                </a:path>
              </a:pathLst>
            </a:custGeom>
            <a:gradFill flip="none" rotWithShape="1">
              <a:gsLst>
                <a:gs pos="0">
                  <a:schemeClr val="accent2">
                    <a:lumMod val="60000"/>
                    <a:lumOff val="40000"/>
                  </a:schemeClr>
                </a:gs>
                <a:gs pos="39000">
                  <a:schemeClr val="accent2"/>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dirty="0">
                <a:solidFill>
                  <a:schemeClr val="lt1"/>
                </a:solidFill>
              </a:endParaRPr>
            </a:p>
          </p:txBody>
        </p:sp>
        <p:sp>
          <p:nvSpPr>
            <p:cNvPr id="42" name="任意多边形: 形状 41">
              <a:extLst>
                <a:ext uri="{FF2B5EF4-FFF2-40B4-BE49-F238E27FC236}">
                  <a16:creationId xmlns:a16="http://schemas.microsoft.com/office/drawing/2014/main" id="{D6921EAF-A8B7-0EBA-1D35-7A80148535E6}"/>
                </a:ext>
              </a:extLst>
            </p:cNvPr>
            <p:cNvSpPr/>
            <p:nvPr/>
          </p:nvSpPr>
          <p:spPr>
            <a:xfrm rot="3600000">
              <a:off x="4995786" y="2495134"/>
              <a:ext cx="2935932" cy="3281187"/>
            </a:xfrm>
            <a:custGeom>
              <a:avLst/>
              <a:gdLst/>
              <a:ahLst/>
              <a:cxnLst>
                <a:cxn ang="0">
                  <a:pos x="wd2" y="hd2"/>
                </a:cxn>
                <a:cxn ang="5400000">
                  <a:pos x="wd2" y="hd2"/>
                </a:cxn>
                <a:cxn ang="10800000">
                  <a:pos x="wd2" y="hd2"/>
                </a:cxn>
                <a:cxn ang="16200000">
                  <a:pos x="wd2" y="hd2"/>
                </a:cxn>
              </a:cxnLst>
              <a:rect l="0" t="0" r="r" b="b"/>
              <a:pathLst>
                <a:path w="15085" h="17222" extrusionOk="0">
                  <a:moveTo>
                    <a:pt x="11429" y="17222"/>
                  </a:moveTo>
                  <a:cubicBezTo>
                    <a:pt x="15800" y="13384"/>
                    <a:pt x="16329" y="6656"/>
                    <a:pt x="12599" y="2153"/>
                  </a:cubicBezTo>
                  <a:cubicBezTo>
                    <a:pt x="7189" y="-4378"/>
                    <a:pt x="-3903" y="5438"/>
                    <a:pt x="1400" y="11839"/>
                  </a:cubicBezTo>
                  <a:cubicBezTo>
                    <a:pt x="-89" y="10042"/>
                    <a:pt x="130" y="7354"/>
                    <a:pt x="1889" y="5833"/>
                  </a:cubicBezTo>
                  <a:cubicBezTo>
                    <a:pt x="8133" y="433"/>
                    <a:pt x="17697" y="11675"/>
                    <a:pt x="11429" y="17222"/>
                  </a:cubicBezTo>
                  <a:close/>
                </a:path>
              </a:pathLst>
            </a:custGeom>
            <a:gradFill flip="none" rotWithShape="1">
              <a:gsLst>
                <a:gs pos="0">
                  <a:schemeClr val="accent3">
                    <a:lumMod val="60000"/>
                    <a:lumOff val="40000"/>
                  </a:schemeClr>
                </a:gs>
                <a:gs pos="39000">
                  <a:schemeClr val="accent3"/>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dirty="0">
                <a:solidFill>
                  <a:schemeClr val="lt1"/>
                </a:solidFill>
              </a:endParaRPr>
            </a:p>
          </p:txBody>
        </p:sp>
        <p:sp>
          <p:nvSpPr>
            <p:cNvPr id="43" name="任意多边形: 形状 42">
              <a:extLst>
                <a:ext uri="{FF2B5EF4-FFF2-40B4-BE49-F238E27FC236}">
                  <a16:creationId xmlns:a16="http://schemas.microsoft.com/office/drawing/2014/main" id="{34683295-08E4-D0BC-6269-38D4E2D4391B}"/>
                </a:ext>
              </a:extLst>
            </p:cNvPr>
            <p:cNvSpPr/>
            <p:nvPr/>
          </p:nvSpPr>
          <p:spPr>
            <a:xfrm rot="3600000">
              <a:off x="4265034" y="1583551"/>
              <a:ext cx="2935966" cy="3290724"/>
            </a:xfrm>
            <a:custGeom>
              <a:avLst/>
              <a:gdLst/>
              <a:ahLst/>
              <a:cxnLst>
                <a:cxn ang="0">
                  <a:pos x="wd2" y="hd2"/>
                </a:cxn>
                <a:cxn ang="5400000">
                  <a:pos x="wd2" y="hd2"/>
                </a:cxn>
                <a:cxn ang="10800000">
                  <a:pos x="wd2" y="hd2"/>
                </a:cxn>
                <a:cxn ang="16200000">
                  <a:pos x="wd2" y="hd2"/>
                </a:cxn>
              </a:cxnLst>
              <a:rect l="0" t="0" r="r" b="b"/>
              <a:pathLst>
                <a:path w="15045" h="17232" extrusionOk="0">
                  <a:moveTo>
                    <a:pt x="3702" y="0"/>
                  </a:moveTo>
                  <a:cubicBezTo>
                    <a:pt x="-709" y="3821"/>
                    <a:pt x="-1257" y="10572"/>
                    <a:pt x="2479" y="15084"/>
                  </a:cubicBezTo>
                  <a:cubicBezTo>
                    <a:pt x="7875" y="21600"/>
                    <a:pt x="18937" y="11807"/>
                    <a:pt x="13649" y="5421"/>
                  </a:cubicBezTo>
                  <a:cubicBezTo>
                    <a:pt x="15133" y="7213"/>
                    <a:pt x="14914" y="9896"/>
                    <a:pt x="13161" y="11413"/>
                  </a:cubicBezTo>
                  <a:cubicBezTo>
                    <a:pt x="6914" y="16817"/>
                    <a:pt x="-2663" y="5517"/>
                    <a:pt x="3702" y="0"/>
                  </a:cubicBezTo>
                  <a:close/>
                </a:path>
              </a:pathLst>
            </a:custGeom>
            <a:gradFill flip="none" rotWithShape="1">
              <a:gsLst>
                <a:gs pos="0">
                  <a:schemeClr val="accent1">
                    <a:lumMod val="60000"/>
                    <a:lumOff val="40000"/>
                  </a:schemeClr>
                </a:gs>
                <a:gs pos="39000">
                  <a:schemeClr val="accent1"/>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a:solidFill>
                  <a:schemeClr val="lt1"/>
                </a:solidFill>
              </a:endParaRPr>
            </a:p>
          </p:txBody>
        </p:sp>
        <p:sp>
          <p:nvSpPr>
            <p:cNvPr id="44" name="任意多边形: 形状 43">
              <a:extLst>
                <a:ext uri="{FF2B5EF4-FFF2-40B4-BE49-F238E27FC236}">
                  <a16:creationId xmlns:a16="http://schemas.microsoft.com/office/drawing/2014/main" id="{8881821B-AB17-500D-DB7C-86DC7C4D3B25}"/>
                </a:ext>
              </a:extLst>
            </p:cNvPr>
            <p:cNvSpPr/>
            <p:nvPr/>
          </p:nvSpPr>
          <p:spPr>
            <a:xfrm rot="3600000">
              <a:off x="4009119" y="2583835"/>
              <a:ext cx="3280265" cy="2936623"/>
            </a:xfrm>
            <a:custGeom>
              <a:avLst/>
              <a:gdLst/>
              <a:ahLst/>
              <a:cxnLst>
                <a:cxn ang="0">
                  <a:pos x="wd2" y="hd2"/>
                </a:cxn>
                <a:cxn ang="5400000">
                  <a:pos x="wd2" y="hd2"/>
                </a:cxn>
                <a:cxn ang="10800000">
                  <a:pos x="wd2" y="hd2"/>
                </a:cxn>
                <a:cxn ang="16200000">
                  <a:pos x="wd2" y="hd2"/>
                </a:cxn>
              </a:cxnLst>
              <a:rect l="0" t="0" r="r" b="b"/>
              <a:pathLst>
                <a:path w="17222" h="15086" extrusionOk="0">
                  <a:moveTo>
                    <a:pt x="0" y="11431"/>
                  </a:moveTo>
                  <a:cubicBezTo>
                    <a:pt x="3838" y="15801"/>
                    <a:pt x="10566" y="16330"/>
                    <a:pt x="15068" y="12600"/>
                  </a:cubicBezTo>
                  <a:cubicBezTo>
                    <a:pt x="21600" y="7190"/>
                    <a:pt x="11784" y="-3903"/>
                    <a:pt x="5383" y="1400"/>
                  </a:cubicBezTo>
                  <a:cubicBezTo>
                    <a:pt x="7179" y="-88"/>
                    <a:pt x="9868" y="131"/>
                    <a:pt x="11389" y="1889"/>
                  </a:cubicBezTo>
                  <a:cubicBezTo>
                    <a:pt x="16789" y="8133"/>
                    <a:pt x="5548" y="17697"/>
                    <a:pt x="0" y="11431"/>
                  </a:cubicBezTo>
                  <a:close/>
                </a:path>
              </a:pathLst>
            </a:custGeom>
            <a:gradFill flip="none" rotWithShape="1">
              <a:gsLst>
                <a:gs pos="0">
                  <a:schemeClr val="accent4">
                    <a:lumMod val="60000"/>
                    <a:lumOff val="40000"/>
                  </a:schemeClr>
                </a:gs>
                <a:gs pos="39000">
                  <a:schemeClr val="accent4"/>
                </a:gs>
              </a:gsLst>
              <a:path path="circle">
                <a:fillToRect r="100000" b="100000"/>
              </a:path>
              <a:tileRect l="-100000" t="-100000"/>
            </a:gradFill>
            <a:ln w="12700" cap="flat" cmpd="sng" algn="ctr">
              <a:noFill/>
              <a:prstDash val="solid"/>
              <a:miter lim="800000"/>
            </a:ln>
            <a:effectLst>
              <a:outerShdw blurRad="381000" dist="114300" dir="2699999"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137160" rIns="274320" bIns="137160" rtlCol="0" anchor="ctr">
              <a:spAutoFit/>
            </a:bodyPr>
            <a:lstStyle/>
            <a:p>
              <a:pPr algn="ctr"/>
              <a:endParaRPr sz="5400">
                <a:solidFill>
                  <a:schemeClr val="lt1"/>
                </a:solidFill>
              </a:endParaRPr>
            </a:p>
          </p:txBody>
        </p:sp>
      </p:grpSp>
      <p:sp>
        <p:nvSpPr>
          <p:cNvPr id="73" name="文本框 72">
            <a:extLst>
              <a:ext uri="{FF2B5EF4-FFF2-40B4-BE49-F238E27FC236}">
                <a16:creationId xmlns:a16="http://schemas.microsoft.com/office/drawing/2014/main" id="{EE6FD196-7BA7-DFA9-70E2-523ECAD7E41D}"/>
              </a:ext>
            </a:extLst>
          </p:cNvPr>
          <p:cNvSpPr txBox="1"/>
          <p:nvPr/>
        </p:nvSpPr>
        <p:spPr>
          <a:xfrm flipH="1">
            <a:off x="3328087" y="2004208"/>
            <a:ext cx="4997277" cy="1077218"/>
          </a:xfrm>
          <a:prstGeom prst="rect">
            <a:avLst/>
          </a:prstGeom>
          <a:noFill/>
        </p:spPr>
        <p:txBody>
          <a:bodyPr wrap="square">
            <a:spAutoFit/>
          </a:bodyPr>
          <a:lstStyle/>
          <a:p>
            <a:pPr algn="ctr"/>
            <a:r>
              <a:rPr lang="en-US" altLang="zh-CN" sz="3200" dirty="0">
                <a:solidFill>
                  <a:schemeClr val="accent1"/>
                </a:solidFill>
                <a:latin typeface="+mj-ea"/>
                <a:ea typeface="+mj-ea"/>
              </a:rPr>
              <a:t>What to Do When a Conflict Arises?</a:t>
            </a:r>
            <a:r>
              <a:rPr lang="zh-CN" altLang="en-US" sz="3200" dirty="0">
                <a:solidFill>
                  <a:schemeClr val="accent1"/>
                </a:solidFill>
                <a:latin typeface="+mj-ea"/>
                <a:ea typeface="+mj-ea"/>
              </a:rPr>
              <a:t>？</a:t>
            </a:r>
          </a:p>
        </p:txBody>
      </p:sp>
      <p:sp>
        <p:nvSpPr>
          <p:cNvPr id="85" name="文本框 84">
            <a:extLst>
              <a:ext uri="{FF2B5EF4-FFF2-40B4-BE49-F238E27FC236}">
                <a16:creationId xmlns:a16="http://schemas.microsoft.com/office/drawing/2014/main" id="{DF8AFAC9-3902-3E91-2BDE-1350C7AB56EB}"/>
              </a:ext>
            </a:extLst>
          </p:cNvPr>
          <p:cNvSpPr txBox="1"/>
          <p:nvPr/>
        </p:nvSpPr>
        <p:spPr>
          <a:xfrm flipH="1">
            <a:off x="1284164" y="4119860"/>
            <a:ext cx="3294345" cy="400110"/>
          </a:xfrm>
          <a:prstGeom prst="rect">
            <a:avLst/>
          </a:prstGeom>
          <a:noFill/>
        </p:spPr>
        <p:txBody>
          <a:bodyPr wrap="square">
            <a:spAutoFit/>
          </a:bodyPr>
          <a:lstStyle/>
          <a:p>
            <a:r>
              <a:rPr lang="en-US" altLang="zh-CN" sz="2000" dirty="0">
                <a:solidFill>
                  <a:schemeClr val="accent5"/>
                </a:solidFill>
              </a:rPr>
              <a:t>Sticking to the Cold War ?</a:t>
            </a:r>
          </a:p>
        </p:txBody>
      </p:sp>
      <p:sp>
        <p:nvSpPr>
          <p:cNvPr id="2" name="文本框 1">
            <a:extLst>
              <a:ext uri="{FF2B5EF4-FFF2-40B4-BE49-F238E27FC236}">
                <a16:creationId xmlns:a16="http://schemas.microsoft.com/office/drawing/2014/main" id="{A7B644CF-AE7D-9F9E-0C99-0E5FCD6E4228}"/>
              </a:ext>
            </a:extLst>
          </p:cNvPr>
          <p:cNvSpPr txBox="1"/>
          <p:nvPr/>
        </p:nvSpPr>
        <p:spPr>
          <a:xfrm>
            <a:off x="7190596" y="4166027"/>
            <a:ext cx="2704966" cy="307777"/>
          </a:xfrm>
          <a:prstGeom prst="rect">
            <a:avLst/>
          </a:prstGeom>
          <a:noFill/>
        </p:spPr>
        <p:txBody>
          <a:bodyPr wrap="square" lIns="0" tIns="0" rIns="0" bIns="0" rtlCol="0" anchor="t">
            <a:spAutoFit/>
          </a:bodyPr>
          <a:lstStyle/>
          <a:p>
            <a:r>
              <a:rPr lang="en-US" altLang="zh-CN" sz="2000" dirty="0">
                <a:solidFill>
                  <a:schemeClr val="accent5"/>
                </a:solidFill>
              </a:rPr>
              <a:t>Emotional Outburst ? </a:t>
            </a:r>
          </a:p>
        </p:txBody>
      </p:sp>
    </p:spTree>
    <p:extLst>
      <p:ext uri="{BB962C8B-B14F-4D97-AF65-F5344CB8AC3E}">
        <p14:creationId xmlns:p14="http://schemas.microsoft.com/office/powerpoint/2010/main" val="25227488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a:extLst>
              <a:ext uri="{FF2B5EF4-FFF2-40B4-BE49-F238E27FC236}">
                <a16:creationId xmlns:a16="http://schemas.microsoft.com/office/drawing/2014/main" id="{6742765A-4809-710F-2BD8-49FF8D74F127}"/>
              </a:ext>
            </a:extLst>
          </p:cNvPr>
          <p:cNvSpPr txBox="1"/>
          <p:nvPr/>
        </p:nvSpPr>
        <p:spPr>
          <a:xfrm>
            <a:off x="5339819" y="2031797"/>
            <a:ext cx="1442704" cy="2554545"/>
          </a:xfrm>
          <a:prstGeom prst="rect">
            <a:avLst/>
          </a:prstGeom>
          <a:noFill/>
        </p:spPr>
        <p:txBody>
          <a:bodyPr wrap="none" lIns="0" tIns="0" rIns="0" bIns="0" rtlCol="0" anchor="t">
            <a:spAutoFit/>
          </a:bodyPr>
          <a:lstStyle/>
          <a:p>
            <a:pPr algn="ctr"/>
            <a:r>
              <a:rPr lang="en-US" altLang="zh-CN" sz="16600">
                <a:solidFill>
                  <a:schemeClr val="accent3">
                    <a:alpha val="14000"/>
                  </a:schemeClr>
                </a:solidFill>
                <a:latin typeface="+mj-ea"/>
                <a:ea typeface="+mj-ea"/>
              </a:rPr>
              <a:t>3</a:t>
            </a:r>
            <a:endParaRPr lang="zh-CN" altLang="en-US" sz="16600">
              <a:solidFill>
                <a:schemeClr val="accent3">
                  <a:alpha val="14000"/>
                </a:schemeClr>
              </a:solidFill>
              <a:latin typeface="+mj-ea"/>
              <a:ea typeface="+mj-ea"/>
            </a:endParaRPr>
          </a:p>
        </p:txBody>
      </p:sp>
      <p:sp>
        <p:nvSpPr>
          <p:cNvPr id="71" name="文本框 70">
            <a:extLst>
              <a:ext uri="{FF2B5EF4-FFF2-40B4-BE49-F238E27FC236}">
                <a16:creationId xmlns:a16="http://schemas.microsoft.com/office/drawing/2014/main" id="{855C1F5F-4D05-C4DC-7572-00F8CAAB29A9}"/>
              </a:ext>
            </a:extLst>
          </p:cNvPr>
          <p:cNvSpPr txBox="1"/>
          <p:nvPr/>
        </p:nvSpPr>
        <p:spPr>
          <a:xfrm>
            <a:off x="4297871" y="2928210"/>
            <a:ext cx="3526606" cy="830997"/>
          </a:xfrm>
          <a:prstGeom prst="rect">
            <a:avLst/>
          </a:prstGeom>
          <a:noFill/>
          <a:effectLst>
            <a:outerShdw blurRad="127000" dist="63500" dir="2700000" algn="tl" rotWithShape="0">
              <a:schemeClr val="accent3">
                <a:alpha val="30000"/>
              </a:schemeClr>
            </a:outerShdw>
          </a:effectLst>
        </p:spPr>
        <p:txBody>
          <a:bodyPr wrap="none" lIns="0" tIns="0" rIns="0" bIns="0" rtlCol="0" anchor="t">
            <a:spAutoFit/>
          </a:bodyPr>
          <a:lstStyle>
            <a:defPPr>
              <a:defRPr lang="zh-CN"/>
            </a:defPPr>
            <a:lvl1pPr>
              <a:defRPr sz="5400">
                <a:gradFill flip="none" rotWithShape="1">
                  <a:gsLst>
                    <a:gs pos="0">
                      <a:schemeClr val="accent1">
                        <a:lumMod val="60000"/>
                        <a:lumOff val="40000"/>
                      </a:schemeClr>
                    </a:gs>
                    <a:gs pos="40000">
                      <a:schemeClr val="accent1"/>
                    </a:gs>
                  </a:gsLst>
                  <a:lin ang="5400000" scaled="1"/>
                  <a:tileRect/>
                </a:gradFill>
                <a:latin typeface="+mj-ea"/>
                <a:ea typeface="+mj-ea"/>
              </a:defRPr>
            </a:lvl1pPr>
          </a:lstStyle>
          <a:p>
            <a:pPr algn="ctr"/>
            <a:r>
              <a:rPr lang="en-US" altLang="zh-CN" dirty="0">
                <a:gradFill flip="none" rotWithShape="1">
                  <a:gsLst>
                    <a:gs pos="0">
                      <a:schemeClr val="accent3">
                        <a:lumMod val="60000"/>
                        <a:lumOff val="40000"/>
                      </a:schemeClr>
                    </a:gs>
                    <a:gs pos="40000">
                      <a:schemeClr val="accent3"/>
                    </a:gs>
                  </a:gsLst>
                  <a:lin ang="5400000" scaled="1"/>
                  <a:tileRect/>
                </a:gradFill>
              </a:rPr>
              <a:t>Solutions</a:t>
            </a:r>
            <a:endParaRPr lang="zh-CN" altLang="en-US" dirty="0">
              <a:gradFill flip="none" rotWithShape="1">
                <a:gsLst>
                  <a:gs pos="0">
                    <a:schemeClr val="accent3">
                      <a:lumMod val="60000"/>
                      <a:lumOff val="40000"/>
                    </a:schemeClr>
                  </a:gs>
                  <a:gs pos="40000">
                    <a:schemeClr val="accent3"/>
                  </a:gs>
                </a:gsLst>
                <a:lin ang="5400000" scaled="1"/>
                <a:tileRect/>
              </a:gradFill>
            </a:endParaRPr>
          </a:p>
        </p:txBody>
      </p:sp>
      <p:sp>
        <p:nvSpPr>
          <p:cNvPr id="73" name="文本框 72">
            <a:extLst>
              <a:ext uri="{FF2B5EF4-FFF2-40B4-BE49-F238E27FC236}">
                <a16:creationId xmlns:a16="http://schemas.microsoft.com/office/drawing/2014/main" id="{C611A8E4-3D78-4BA0-9A82-F4BDE3EA2CFF}"/>
              </a:ext>
            </a:extLst>
          </p:cNvPr>
          <p:cNvSpPr txBox="1"/>
          <p:nvPr/>
        </p:nvSpPr>
        <p:spPr>
          <a:xfrm>
            <a:off x="5298941" y="2278942"/>
            <a:ext cx="1524456" cy="430887"/>
          </a:xfrm>
          <a:prstGeom prst="rect">
            <a:avLst/>
          </a:prstGeom>
          <a:noFill/>
        </p:spPr>
        <p:txBody>
          <a:bodyPr wrap="none" lIns="0" tIns="0" rIns="0" bIns="0" rtlCol="0" anchor="t">
            <a:spAutoFit/>
          </a:bodyPr>
          <a:lstStyle/>
          <a:p>
            <a:pPr algn="ctr"/>
            <a:r>
              <a:rPr lang="en-US" altLang="zh-CN" sz="2800">
                <a:solidFill>
                  <a:schemeClr val="accent3"/>
                </a:solidFill>
                <a:latin typeface="+mj-ea"/>
                <a:ea typeface="+mj-ea"/>
              </a:rPr>
              <a:t>Part 03 </a:t>
            </a:r>
            <a:endParaRPr lang="zh-CN" altLang="en-US" sz="2800">
              <a:solidFill>
                <a:schemeClr val="accent3"/>
              </a:solidFill>
              <a:latin typeface="+mj-ea"/>
              <a:ea typeface="+mj-ea"/>
            </a:endParaRPr>
          </a:p>
        </p:txBody>
      </p:sp>
    </p:spTree>
    <p:extLst>
      <p:ext uri="{BB962C8B-B14F-4D97-AF65-F5344CB8AC3E}">
        <p14:creationId xmlns:p14="http://schemas.microsoft.com/office/powerpoint/2010/main" val="384788240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层 1"/>
          <p:cNvPicPr>
            <a:picLocks noChangeAspect="1"/>
          </p:cNvPicPr>
          <p:nvPr/>
        </p:nvPicPr>
        <p:blipFill>
          <a:blip r:embed="rId19"/>
          <a:stretch>
            <a:fillRect/>
          </a:stretch>
        </p:blipFill>
        <p:spPr>
          <a:xfrm>
            <a:off x="-320888" y="118586"/>
            <a:ext cx="12191365" cy="6858635"/>
          </a:xfrm>
          <a:prstGeom prst="rect">
            <a:avLst/>
          </a:prstGeom>
        </p:spPr>
      </p:pic>
      <p:pic>
        <p:nvPicPr>
          <p:cNvPr id="6" name="图片 5" descr="slg_wave_b.739afbbe."/>
          <p:cNvPicPr>
            <a:picLocks noGrp="1" noRot="1" noChangeAspect="1" noMove="1" noResize="1" noEditPoints="1" noAdjustHandles="1" noChangeArrowheads="1" noChangeShapeType="1" noCrop="1"/>
          </p:cNvPicPr>
          <p:nvPr/>
        </p:nvPicPr>
        <p:blipFill>
          <a:blip r:embed="rId20"/>
          <a:stretch>
            <a:fillRect/>
          </a:stretch>
        </p:blipFill>
        <p:spPr>
          <a:xfrm rot="240000">
            <a:off x="-20071080" y="-8561705"/>
            <a:ext cx="23646130" cy="21869400"/>
          </a:xfrm>
          <a:prstGeom prst="rect">
            <a:avLst/>
          </a:prstGeom>
          <a:effectLst>
            <a:glow rad="38100">
              <a:schemeClr val="bg1">
                <a:alpha val="100000"/>
              </a:schemeClr>
            </a:glow>
          </a:effectLst>
        </p:spPr>
      </p:pic>
      <p:pic>
        <p:nvPicPr>
          <p:cNvPr id="5" name="图片 4" descr="slg_wave_a.7e49540f."/>
          <p:cNvPicPr>
            <a:picLocks noGrp="1" noRot="1" noChangeAspect="1" noMove="1" noResize="1" noEditPoints="1" noAdjustHandles="1" noChangeArrowheads="1" noChangeShapeType="1" noCrop="1"/>
          </p:cNvPicPr>
          <p:nvPr/>
        </p:nvPicPr>
        <p:blipFill>
          <a:blip r:embed="rId21"/>
          <a:stretch>
            <a:fillRect/>
          </a:stretch>
        </p:blipFill>
        <p:spPr>
          <a:xfrm rot="19260000">
            <a:off x="11790680" y="1642110"/>
            <a:ext cx="18778855" cy="16854170"/>
          </a:xfrm>
          <a:prstGeom prst="rect">
            <a:avLst/>
          </a:prstGeom>
          <a:ln>
            <a:noFill/>
          </a:ln>
          <a:effectLst>
            <a:glow rad="38100">
              <a:schemeClr val="bg1">
                <a:alpha val="100000"/>
              </a:schemeClr>
            </a:glow>
          </a:effectLst>
        </p:spPr>
      </p:pic>
      <p:pic>
        <p:nvPicPr>
          <p:cNvPr id="4" name="图片 3" descr="loading_left_cloud.0aa1e84b."/>
          <p:cNvPicPr>
            <a:picLocks noChangeAspect="1"/>
          </p:cNvPicPr>
          <p:nvPr>
            <p:custDataLst>
              <p:tags r:id="rId1"/>
            </p:custDataLst>
          </p:nvPr>
        </p:nvPicPr>
        <p:blipFill>
          <a:blip r:embed="rId22">
            <a:alphaModFix amt="20000"/>
          </a:blip>
          <a:stretch>
            <a:fillRect/>
          </a:stretch>
        </p:blipFill>
        <p:spPr>
          <a:xfrm>
            <a:off x="-1866888" y="2039620"/>
            <a:ext cx="10213975" cy="6858000"/>
          </a:xfrm>
          <a:prstGeom prst="rect">
            <a:avLst/>
          </a:prstGeom>
        </p:spPr>
      </p:pic>
      <p:pic>
        <p:nvPicPr>
          <p:cNvPr id="7" name="图片 6" descr="loading_right_cloud_2.8874dabb."/>
          <p:cNvPicPr>
            <a:picLocks noChangeAspect="1"/>
          </p:cNvPicPr>
          <p:nvPr>
            <p:custDataLst>
              <p:tags r:id="rId2"/>
            </p:custDataLst>
          </p:nvPr>
        </p:nvPicPr>
        <p:blipFill>
          <a:blip r:embed="rId23">
            <a:alphaModFix amt="20000"/>
          </a:blip>
          <a:stretch>
            <a:fillRect/>
          </a:stretch>
        </p:blipFill>
        <p:spPr>
          <a:xfrm>
            <a:off x="3016474" y="688333"/>
            <a:ext cx="10104120" cy="6858000"/>
          </a:xfrm>
          <a:prstGeom prst="rect">
            <a:avLst/>
          </a:prstGeom>
        </p:spPr>
      </p:pic>
      <p:sp>
        <p:nvSpPr>
          <p:cNvPr id="11" name="文本框 10"/>
          <p:cNvSpPr txBox="1"/>
          <p:nvPr/>
        </p:nvSpPr>
        <p:spPr>
          <a:xfrm>
            <a:off x="1540522" y="440214"/>
            <a:ext cx="4397691" cy="1569660"/>
          </a:xfrm>
          <a:prstGeom prst="rect">
            <a:avLst/>
          </a:prstGeom>
          <a:noFill/>
        </p:spPr>
        <p:txBody>
          <a:bodyPr wrap="square" rtlCol="0">
            <a:spAutoFit/>
          </a:bodyPr>
          <a:lstStyle/>
          <a:p>
            <a:r>
              <a:rPr lang="en-US" altLang="zh-CN" sz="3200" b="1" dirty="0">
                <a:solidFill>
                  <a:srgbClr val="83CBF0"/>
                </a:solidFill>
                <a:ea typeface="卓健橄榄简体" panose="00000506000000000000" charset="-120"/>
              </a:rPr>
              <a:t>Ice-breaking </a:t>
            </a:r>
          </a:p>
          <a:p>
            <a:pPr algn="r"/>
            <a:r>
              <a:rPr lang="en-US" altLang="zh-CN" sz="3200" b="1" dirty="0">
                <a:solidFill>
                  <a:srgbClr val="83CBF0"/>
                </a:solidFill>
                <a:ea typeface="卓健橄榄简体" panose="00000506000000000000" charset="-120"/>
              </a:rPr>
              <a:t>--Techniques</a:t>
            </a:r>
          </a:p>
          <a:p>
            <a:endParaRPr lang="zh-CN" altLang="en-US" sz="3200" b="1" dirty="0">
              <a:solidFill>
                <a:srgbClr val="83CBF0"/>
              </a:solidFill>
              <a:latin typeface="卓健橄榄简体" panose="00000506000000000000" charset="-120"/>
              <a:ea typeface="卓健橄榄简体" panose="00000506000000000000" charset="-120"/>
            </a:endParaRPr>
          </a:p>
        </p:txBody>
      </p:sp>
      <p:sp>
        <p:nvSpPr>
          <p:cNvPr id="20" name="矩形 19"/>
          <p:cNvSpPr/>
          <p:nvPr/>
        </p:nvSpPr>
        <p:spPr>
          <a:xfrm>
            <a:off x="481018" y="500316"/>
            <a:ext cx="866775" cy="814917"/>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youhailang.0efd1ee4."/>
          <p:cNvPicPr>
            <a:picLocks noChangeAspect="1"/>
          </p:cNvPicPr>
          <p:nvPr>
            <p:custDataLst>
              <p:tags r:id="rId3"/>
            </p:custDataLst>
          </p:nvPr>
        </p:nvPicPr>
        <p:blipFill>
          <a:blip r:embed="rId24">
            <a:alphaModFix amt="40000"/>
          </a:blip>
          <a:srcRect r="20793"/>
          <a:stretch>
            <a:fillRect/>
          </a:stretch>
        </p:blipFill>
        <p:spPr>
          <a:xfrm>
            <a:off x="4392213" y="488292"/>
            <a:ext cx="2693670" cy="1761490"/>
          </a:xfrm>
          <a:prstGeom prst="rect">
            <a:avLst/>
          </a:prstGeom>
        </p:spPr>
      </p:pic>
      <p:pic>
        <p:nvPicPr>
          <p:cNvPr id="22" name="图片 21" descr="desc_bg.22cfed39."/>
          <p:cNvPicPr>
            <a:picLocks noChangeAspect="1"/>
          </p:cNvPicPr>
          <p:nvPr>
            <p:custDataLst>
              <p:tags r:id="rId4"/>
            </p:custDataLst>
          </p:nvPr>
        </p:nvPicPr>
        <p:blipFill>
          <a:blip r:embed="rId25">
            <a:alphaModFix amt="63000"/>
          </a:blip>
          <a:stretch>
            <a:fillRect/>
          </a:stretch>
        </p:blipFill>
        <p:spPr>
          <a:xfrm flipV="1">
            <a:off x="7022982" y="2036364"/>
            <a:ext cx="3933985" cy="3924970"/>
          </a:xfrm>
          <a:prstGeom prst="rect">
            <a:avLst/>
          </a:prstGeom>
        </p:spPr>
      </p:pic>
      <p:pic>
        <p:nvPicPr>
          <p:cNvPr id="15" name="图片 14" descr="battlemsg_img"/>
          <p:cNvPicPr>
            <a:picLocks noChangeAspect="1"/>
          </p:cNvPicPr>
          <p:nvPr>
            <p:custDataLst>
              <p:tags r:id="rId5"/>
            </p:custDataLst>
          </p:nvPr>
        </p:nvPicPr>
        <p:blipFill>
          <a:blip r:embed="rId26"/>
          <a:srcRect r="51089"/>
          <a:stretch>
            <a:fillRect/>
          </a:stretch>
        </p:blipFill>
        <p:spPr>
          <a:xfrm rot="20520000">
            <a:off x="9296475" y="4773763"/>
            <a:ext cx="2563270" cy="2399180"/>
          </a:xfrm>
          <a:prstGeom prst="rect">
            <a:avLst/>
          </a:prstGeom>
        </p:spPr>
      </p:pic>
      <p:grpSp>
        <p:nvGrpSpPr>
          <p:cNvPr id="24" name="组合 23"/>
          <p:cNvGrpSpPr/>
          <p:nvPr/>
        </p:nvGrpSpPr>
        <p:grpSpPr>
          <a:xfrm>
            <a:off x="1728952" y="2407925"/>
            <a:ext cx="4184650" cy="3554095"/>
            <a:chOff x="3225" y="3996"/>
            <a:chExt cx="4636" cy="4000"/>
          </a:xfrm>
        </p:grpSpPr>
        <p:pic>
          <p:nvPicPr>
            <p:cNvPr id="16" name="图片 15" descr="desc_bg.22cfed39."/>
            <p:cNvPicPr>
              <a:picLocks noChangeAspect="1"/>
            </p:cNvPicPr>
            <p:nvPr>
              <p:custDataLst>
                <p:tags r:id="rId16"/>
              </p:custDataLst>
            </p:nvPr>
          </p:nvPicPr>
          <p:blipFill>
            <a:blip r:embed="rId25">
              <a:alphaModFix amt="63000"/>
            </a:blip>
            <a:srcRect b="63113"/>
            <a:stretch>
              <a:fillRect/>
            </a:stretch>
          </p:blipFill>
          <p:spPr>
            <a:xfrm>
              <a:off x="3225" y="3996"/>
              <a:ext cx="4637" cy="2000"/>
            </a:xfrm>
            <a:prstGeom prst="rect">
              <a:avLst/>
            </a:prstGeom>
          </p:spPr>
        </p:pic>
        <p:pic>
          <p:nvPicPr>
            <p:cNvPr id="23" name="图片 22" descr="desc_bg.22cfed39."/>
            <p:cNvPicPr>
              <a:picLocks noChangeAspect="1"/>
            </p:cNvPicPr>
            <p:nvPr>
              <p:custDataLst>
                <p:tags r:id="rId17"/>
              </p:custDataLst>
            </p:nvPr>
          </p:nvPicPr>
          <p:blipFill>
            <a:blip r:embed="rId25">
              <a:alphaModFix amt="63000"/>
            </a:blip>
            <a:srcRect b="63113"/>
            <a:stretch>
              <a:fillRect/>
            </a:stretch>
          </p:blipFill>
          <p:spPr>
            <a:xfrm flipV="1">
              <a:off x="3225" y="5996"/>
              <a:ext cx="4637" cy="2000"/>
            </a:xfrm>
            <a:prstGeom prst="rect">
              <a:avLst/>
            </a:prstGeom>
          </p:spPr>
        </p:pic>
      </p:grpSp>
      <p:sp>
        <p:nvSpPr>
          <p:cNvPr id="25" name="文本框 24"/>
          <p:cNvSpPr txBox="1"/>
          <p:nvPr/>
        </p:nvSpPr>
        <p:spPr>
          <a:xfrm>
            <a:off x="7256869" y="3068588"/>
            <a:ext cx="3518762" cy="1660198"/>
          </a:xfrm>
          <a:prstGeom prst="rect">
            <a:avLst/>
          </a:prstGeom>
          <a:noFill/>
        </p:spPr>
        <p:txBody>
          <a:bodyPr wrap="square" rtlCol="0">
            <a:spAutoFit/>
          </a:bodyPr>
          <a:lstStyle/>
          <a:p>
            <a:pPr>
              <a:lnSpc>
                <a:spcPct val="150000"/>
              </a:lnSpc>
            </a:pPr>
            <a:r>
              <a:rPr lang="en-US" altLang="zh-CN" sz="2400" b="1" dirty="0">
                <a:solidFill>
                  <a:srgbClr val="83CBF0"/>
                </a:solidFill>
                <a:latin typeface="BIZ UDGothic" panose="020B0400000000000000" pitchFamily="33" charset="-128"/>
                <a:ea typeface="BIZ UDGothic" panose="020B0400000000000000" pitchFamily="33" charset="-128"/>
              </a:rPr>
              <a:t>Sharing Convenience: "I brought an extra pen, do you need it?"</a:t>
            </a:r>
          </a:p>
        </p:txBody>
      </p:sp>
      <p:sp>
        <p:nvSpPr>
          <p:cNvPr id="26" name="文本框 25"/>
          <p:cNvSpPr txBox="1"/>
          <p:nvPr>
            <p:custDataLst>
              <p:tags r:id="rId6"/>
            </p:custDataLst>
          </p:nvPr>
        </p:nvSpPr>
        <p:spPr>
          <a:xfrm>
            <a:off x="1924991" y="2974169"/>
            <a:ext cx="3726815" cy="2214196"/>
          </a:xfrm>
          <a:prstGeom prst="rect">
            <a:avLst/>
          </a:prstGeom>
          <a:noFill/>
        </p:spPr>
        <p:txBody>
          <a:bodyPr wrap="square" rtlCol="0">
            <a:spAutoFit/>
          </a:bodyPr>
          <a:lstStyle/>
          <a:p>
            <a:pPr>
              <a:lnSpc>
                <a:spcPct val="150000"/>
              </a:lnSpc>
            </a:pPr>
            <a:r>
              <a:rPr lang="en-US" altLang="zh-CN" sz="2400" b="1" dirty="0">
                <a:solidFill>
                  <a:srgbClr val="83CBF0"/>
                </a:solidFill>
                <a:latin typeface="BIZ UDGothic" panose="020B0400000000000000" pitchFamily="33" charset="-128"/>
                <a:ea typeface="BIZ UDGothic" panose="020B0400000000000000" pitchFamily="33" charset="-128"/>
              </a:rPr>
              <a:t>Observation of Details: "You like the XX band too? I'm obsessed with their new song!"</a:t>
            </a:r>
          </a:p>
        </p:txBody>
      </p:sp>
      <p:pic>
        <p:nvPicPr>
          <p:cNvPr id="32" name="图片 31" descr="a_bg_Hydro.015af75a."/>
          <p:cNvPicPr>
            <a:picLocks noChangeAspect="1"/>
          </p:cNvPicPr>
          <p:nvPr>
            <p:custDataLst>
              <p:tags r:id="rId7"/>
            </p:custDataLst>
          </p:nvPr>
        </p:nvPicPr>
        <p:blipFill>
          <a:blip r:embed="rId27"/>
          <a:srcRect t="35143" b="48145"/>
          <a:stretch>
            <a:fillRect/>
          </a:stretch>
        </p:blipFill>
        <p:spPr>
          <a:xfrm>
            <a:off x="-8074025" y="3757930"/>
            <a:ext cx="7981315" cy="2734310"/>
          </a:xfrm>
          <a:prstGeom prst="rect">
            <a:avLst/>
          </a:prstGeom>
        </p:spPr>
      </p:pic>
      <p:pic>
        <p:nvPicPr>
          <p:cNvPr id="33" name="图片 32" descr="图层 8"/>
          <p:cNvPicPr>
            <a:picLocks noChangeAspect="1"/>
          </p:cNvPicPr>
          <p:nvPr>
            <p:custDataLst>
              <p:tags r:id="rId8"/>
            </p:custDataLst>
          </p:nvPr>
        </p:nvPicPr>
        <p:blipFill>
          <a:blip r:embed="rId28">
            <a:alphaModFix amt="70000"/>
          </a:blip>
          <a:stretch>
            <a:fillRect/>
          </a:stretch>
        </p:blipFill>
        <p:spPr>
          <a:xfrm rot="16200000" flipH="1" flipV="1">
            <a:off x="-7792720" y="4726305"/>
            <a:ext cx="1586230" cy="2106295"/>
          </a:xfrm>
          <a:prstGeom prst="rect">
            <a:avLst/>
          </a:prstGeom>
        </p:spPr>
      </p:pic>
      <p:sp>
        <p:nvSpPr>
          <p:cNvPr id="34" name="矩形 33"/>
          <p:cNvSpPr/>
          <p:nvPr>
            <p:custDataLst>
              <p:tags r:id="rId9"/>
            </p:custDataLst>
          </p:nvPr>
        </p:nvSpPr>
        <p:spPr>
          <a:xfrm>
            <a:off x="12656820" y="581660"/>
            <a:ext cx="866775" cy="1884045"/>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图片 36" descr="a_bg_Hydro.015af75a."/>
          <p:cNvPicPr>
            <a:picLocks noChangeAspect="1"/>
          </p:cNvPicPr>
          <p:nvPr>
            <p:custDataLst>
              <p:tags r:id="rId10"/>
            </p:custDataLst>
          </p:nvPr>
        </p:nvPicPr>
        <p:blipFill>
          <a:blip r:embed="rId27"/>
          <a:srcRect t="33356" b="48145"/>
          <a:stretch>
            <a:fillRect/>
          </a:stretch>
        </p:blipFill>
        <p:spPr>
          <a:xfrm flipV="1">
            <a:off x="-8052435" y="396240"/>
            <a:ext cx="7950200" cy="3014980"/>
          </a:xfrm>
          <a:prstGeom prst="rect">
            <a:avLst/>
          </a:prstGeom>
        </p:spPr>
      </p:pic>
      <p:pic>
        <p:nvPicPr>
          <p:cNvPr id="38" name="图片 37" descr="图层 9"/>
          <p:cNvPicPr>
            <a:picLocks noChangeAspect="1"/>
          </p:cNvPicPr>
          <p:nvPr>
            <p:custDataLst>
              <p:tags r:id="rId11"/>
            </p:custDataLst>
          </p:nvPr>
        </p:nvPicPr>
        <p:blipFill>
          <a:blip r:embed="rId29"/>
          <a:stretch>
            <a:fillRect/>
          </a:stretch>
        </p:blipFill>
        <p:spPr>
          <a:xfrm>
            <a:off x="-1950085" y="668020"/>
            <a:ext cx="1857375" cy="2743200"/>
          </a:xfrm>
          <a:prstGeom prst="rect">
            <a:avLst/>
          </a:prstGeom>
        </p:spPr>
      </p:pic>
      <p:pic>
        <p:nvPicPr>
          <p:cNvPr id="39" name="图片 38" descr="loading_top_cloud.17895bb3."/>
          <p:cNvPicPr>
            <a:picLocks noChangeAspect="1"/>
          </p:cNvPicPr>
          <p:nvPr>
            <p:custDataLst>
              <p:tags r:id="rId12"/>
            </p:custDataLst>
          </p:nvPr>
        </p:nvPicPr>
        <p:blipFill>
          <a:blip r:embed="rId30">
            <a:alphaModFix amt="51000"/>
          </a:blip>
          <a:stretch>
            <a:fillRect/>
          </a:stretch>
        </p:blipFill>
        <p:spPr>
          <a:xfrm>
            <a:off x="-6790055" y="-29845"/>
            <a:ext cx="6697345" cy="2321560"/>
          </a:xfrm>
          <a:prstGeom prst="rect">
            <a:avLst/>
          </a:prstGeom>
        </p:spPr>
      </p:pic>
      <p:sp>
        <p:nvSpPr>
          <p:cNvPr id="40" name="矩形 39"/>
          <p:cNvSpPr/>
          <p:nvPr>
            <p:custDataLst>
              <p:tags r:id="rId13"/>
            </p:custDataLst>
          </p:nvPr>
        </p:nvSpPr>
        <p:spPr>
          <a:xfrm>
            <a:off x="12644120" y="268859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descr="stamp_5.20eb7ba5."/>
          <p:cNvPicPr>
            <a:picLocks noChangeAspect="1"/>
          </p:cNvPicPr>
          <p:nvPr>
            <p:custDataLst>
              <p:tags r:id="rId14"/>
            </p:custDataLst>
          </p:nvPr>
        </p:nvPicPr>
        <p:blipFill>
          <a:blip r:embed="rId31"/>
          <a:srcRect l="6896" t="4120" r="6000" b="5264"/>
          <a:stretch>
            <a:fillRect/>
          </a:stretch>
        </p:blipFill>
        <p:spPr>
          <a:xfrm>
            <a:off x="13338810" y="2798445"/>
            <a:ext cx="2259330" cy="3631565"/>
          </a:xfrm>
          <a:prstGeom prst="rect">
            <a:avLst/>
          </a:prstGeom>
        </p:spPr>
      </p:pic>
      <p:pic>
        <p:nvPicPr>
          <p:cNvPr id="42" name="图片 41" descr="loading_top_cloud.17895bb3."/>
          <p:cNvPicPr>
            <a:picLocks noChangeAspect="1"/>
          </p:cNvPicPr>
          <p:nvPr>
            <p:custDataLst>
              <p:tags r:id="rId15"/>
            </p:custDataLst>
          </p:nvPr>
        </p:nvPicPr>
        <p:blipFill>
          <a:blip r:embed="rId30">
            <a:alphaModFix amt="51000"/>
          </a:blip>
          <a:stretch>
            <a:fillRect/>
          </a:stretch>
        </p:blipFill>
        <p:spPr>
          <a:xfrm flipH="1" flipV="1">
            <a:off x="12284075" y="4537075"/>
            <a:ext cx="6697345" cy="23215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accel="50000" decel="50000" autoRev="1" fill="hold" nodeType="withEffect">
                                  <p:stCondLst>
                                    <p:cond delay="0"/>
                                  </p:stCondLst>
                                  <p:childTnLst>
                                    <p:animRot by="300000">
                                      <p:cBhvr>
                                        <p:cTn id="6" dur="2000" fill="hold"/>
                                        <p:tgtEl>
                                          <p:spTgt spid="6"/>
                                        </p:tgtEl>
                                        <p:attrNameLst>
                                          <p:attrName>r</p:attrName>
                                        </p:attrNameLst>
                                      </p:cBhvr>
                                    </p:animRot>
                                  </p:childTnLst>
                                </p:cTn>
                              </p:par>
                              <p:par>
                                <p:cTn id="7" presetID="8" presetClass="emph" presetSubtype="0" repeatCount="indefinite" accel="50000" decel="50000" autoRev="1" fill="hold" nodeType="withEffect">
                                  <p:stCondLst>
                                    <p:cond delay="0"/>
                                  </p:stCondLst>
                                  <p:childTnLst>
                                    <p:animRot by="240000">
                                      <p:cBhvr>
                                        <p:cTn id="8"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层 1"/>
          <p:cNvPicPr>
            <a:picLocks noChangeAspect="1"/>
          </p:cNvPicPr>
          <p:nvPr>
            <p:custDataLst>
              <p:tags r:id="rId1"/>
            </p:custDataLst>
          </p:nvPr>
        </p:nvPicPr>
        <p:blipFill>
          <a:blip r:embed="rId24"/>
          <a:stretch>
            <a:fillRect/>
          </a:stretch>
        </p:blipFill>
        <p:spPr>
          <a:xfrm>
            <a:off x="-126365" y="158282"/>
            <a:ext cx="12317730" cy="6858635"/>
          </a:xfrm>
          <a:prstGeom prst="rect">
            <a:avLst/>
          </a:prstGeom>
        </p:spPr>
      </p:pic>
      <p:pic>
        <p:nvPicPr>
          <p:cNvPr id="4" name="图片 3" descr="loading_left_cloud.0aa1e84b."/>
          <p:cNvPicPr>
            <a:picLocks noChangeAspect="1"/>
          </p:cNvPicPr>
          <p:nvPr>
            <p:custDataLst>
              <p:tags r:id="rId2"/>
            </p:custDataLst>
          </p:nvPr>
        </p:nvPicPr>
        <p:blipFill>
          <a:blip r:embed="rId25">
            <a:alphaModFix amt="20000"/>
          </a:blip>
          <a:stretch>
            <a:fillRect/>
          </a:stretch>
        </p:blipFill>
        <p:spPr>
          <a:xfrm>
            <a:off x="-16720820" y="11249660"/>
            <a:ext cx="10213975" cy="6858000"/>
          </a:xfrm>
          <a:prstGeom prst="rect">
            <a:avLst/>
          </a:prstGeom>
        </p:spPr>
      </p:pic>
      <p:pic>
        <p:nvPicPr>
          <p:cNvPr id="7" name="图片 6" descr="loading_right_cloud_2.8874dabb."/>
          <p:cNvPicPr>
            <a:picLocks noChangeAspect="1"/>
          </p:cNvPicPr>
          <p:nvPr>
            <p:custDataLst>
              <p:tags r:id="rId3"/>
            </p:custDataLst>
          </p:nvPr>
        </p:nvPicPr>
        <p:blipFill>
          <a:blip r:embed="rId26">
            <a:alphaModFix amt="20000"/>
          </a:blip>
          <a:stretch>
            <a:fillRect/>
          </a:stretch>
        </p:blipFill>
        <p:spPr>
          <a:xfrm>
            <a:off x="13479780" y="12167870"/>
            <a:ext cx="9646920" cy="6547485"/>
          </a:xfrm>
          <a:prstGeom prst="rect">
            <a:avLst/>
          </a:prstGeom>
        </p:spPr>
      </p:pic>
      <p:sp>
        <p:nvSpPr>
          <p:cNvPr id="20" name="矩形 19"/>
          <p:cNvSpPr/>
          <p:nvPr/>
        </p:nvSpPr>
        <p:spPr>
          <a:xfrm>
            <a:off x="-1583055" y="921385"/>
            <a:ext cx="866775" cy="1884045"/>
          </a:xfrm>
          <a:prstGeom prst="rect">
            <a:avLst/>
          </a:prstGeom>
          <a:solidFill>
            <a:srgbClr val="83CB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youhailang.0efd1ee4."/>
          <p:cNvPicPr>
            <a:picLocks noChangeAspect="1"/>
          </p:cNvPicPr>
          <p:nvPr>
            <p:custDataLst>
              <p:tags r:id="rId4"/>
            </p:custDataLst>
          </p:nvPr>
        </p:nvPicPr>
        <p:blipFill>
          <a:blip r:embed="rId27">
            <a:alphaModFix amt="0"/>
          </a:blip>
          <a:srcRect r="20793"/>
          <a:stretch>
            <a:fillRect/>
          </a:stretch>
        </p:blipFill>
        <p:spPr>
          <a:xfrm>
            <a:off x="2098040" y="-2901950"/>
            <a:ext cx="2693670" cy="1761490"/>
          </a:xfrm>
          <a:prstGeom prst="rect">
            <a:avLst/>
          </a:prstGeom>
        </p:spPr>
      </p:pic>
      <p:pic>
        <p:nvPicPr>
          <p:cNvPr id="22" name="图片 21" descr="desc_bg.22cfed39."/>
          <p:cNvPicPr>
            <a:picLocks noChangeAspect="1"/>
          </p:cNvPicPr>
          <p:nvPr>
            <p:custDataLst>
              <p:tags r:id="rId5"/>
            </p:custDataLst>
          </p:nvPr>
        </p:nvPicPr>
        <p:blipFill>
          <a:blip r:embed="rId28">
            <a:alphaModFix amt="63000"/>
          </a:blip>
          <a:stretch>
            <a:fillRect/>
          </a:stretch>
        </p:blipFill>
        <p:spPr>
          <a:xfrm flipV="1">
            <a:off x="5415915" y="7133590"/>
            <a:ext cx="5819140" cy="5805805"/>
          </a:xfrm>
          <a:prstGeom prst="rect">
            <a:avLst/>
          </a:prstGeom>
        </p:spPr>
      </p:pic>
      <p:pic>
        <p:nvPicPr>
          <p:cNvPr id="15" name="图片 14" descr="battlemsg_img"/>
          <p:cNvPicPr>
            <a:picLocks noChangeAspect="1"/>
          </p:cNvPicPr>
          <p:nvPr>
            <p:custDataLst>
              <p:tags r:id="rId6"/>
            </p:custDataLst>
          </p:nvPr>
        </p:nvPicPr>
        <p:blipFill>
          <a:blip r:embed="rId29"/>
          <a:srcRect r="51089"/>
          <a:stretch>
            <a:fillRect/>
          </a:stretch>
        </p:blipFill>
        <p:spPr>
          <a:xfrm rot="20520000">
            <a:off x="8741410" y="10845800"/>
            <a:ext cx="3194050" cy="2989580"/>
          </a:xfrm>
          <a:prstGeom prst="rect">
            <a:avLst/>
          </a:prstGeom>
        </p:spPr>
      </p:pic>
      <p:grpSp>
        <p:nvGrpSpPr>
          <p:cNvPr id="24" name="组合 23"/>
          <p:cNvGrpSpPr/>
          <p:nvPr/>
        </p:nvGrpSpPr>
        <p:grpSpPr>
          <a:xfrm>
            <a:off x="607060" y="8135670"/>
            <a:ext cx="4185553" cy="3554095"/>
            <a:chOff x="3225" y="20690"/>
            <a:chExt cx="4637" cy="4000"/>
          </a:xfrm>
        </p:grpSpPr>
        <p:pic>
          <p:nvPicPr>
            <p:cNvPr id="16" name="图片 15" descr="desc_bg.22cfed39."/>
            <p:cNvPicPr>
              <a:picLocks noChangeAspect="1"/>
            </p:cNvPicPr>
            <p:nvPr>
              <p:custDataLst>
                <p:tags r:id="rId21"/>
              </p:custDataLst>
            </p:nvPr>
          </p:nvPicPr>
          <p:blipFill>
            <a:blip r:embed="rId28">
              <a:alphaModFix amt="63000"/>
            </a:blip>
            <a:srcRect b="63113"/>
            <a:stretch>
              <a:fillRect/>
            </a:stretch>
          </p:blipFill>
          <p:spPr>
            <a:xfrm>
              <a:off x="3225" y="20690"/>
              <a:ext cx="4637" cy="2000"/>
            </a:xfrm>
            <a:prstGeom prst="rect">
              <a:avLst/>
            </a:prstGeom>
          </p:spPr>
        </p:pic>
        <p:pic>
          <p:nvPicPr>
            <p:cNvPr id="23" name="图片 22" descr="desc_bg.22cfed39."/>
            <p:cNvPicPr>
              <a:picLocks noChangeAspect="1"/>
            </p:cNvPicPr>
            <p:nvPr>
              <p:custDataLst>
                <p:tags r:id="rId22"/>
              </p:custDataLst>
            </p:nvPr>
          </p:nvPicPr>
          <p:blipFill>
            <a:blip r:embed="rId28">
              <a:alphaModFix amt="63000"/>
            </a:blip>
            <a:srcRect b="63113"/>
            <a:stretch>
              <a:fillRect/>
            </a:stretch>
          </p:blipFill>
          <p:spPr>
            <a:xfrm flipV="1">
              <a:off x="3225" y="22690"/>
              <a:ext cx="4637" cy="2000"/>
            </a:xfrm>
            <a:prstGeom prst="rect">
              <a:avLst/>
            </a:prstGeom>
          </p:spPr>
        </p:pic>
      </p:grpSp>
      <p:pic>
        <p:nvPicPr>
          <p:cNvPr id="30" name="图片 29" descr="a_bg_Hydro.015af75a."/>
          <p:cNvPicPr>
            <a:picLocks/>
          </p:cNvPicPr>
          <p:nvPr>
            <p:custDataLst>
              <p:tags r:id="rId7"/>
            </p:custDataLst>
          </p:nvPr>
        </p:nvPicPr>
        <p:blipFill>
          <a:blip r:embed="rId30"/>
          <a:srcRect t="35143" b="48145"/>
          <a:stretch>
            <a:fillRect/>
          </a:stretch>
        </p:blipFill>
        <p:spPr>
          <a:xfrm>
            <a:off x="668655" y="1518909"/>
            <a:ext cx="8064000" cy="3492000"/>
          </a:xfrm>
          <a:prstGeom prst="rect">
            <a:avLst/>
          </a:prstGeom>
        </p:spPr>
      </p:pic>
      <p:pic>
        <p:nvPicPr>
          <p:cNvPr id="3" name="图片 2" descr="图层 8"/>
          <p:cNvPicPr>
            <a:picLocks noChangeAspect="1"/>
          </p:cNvPicPr>
          <p:nvPr/>
        </p:nvPicPr>
        <p:blipFill>
          <a:blip r:embed="rId31">
            <a:alphaModFix amt="70000"/>
          </a:blip>
          <a:stretch>
            <a:fillRect/>
          </a:stretch>
        </p:blipFill>
        <p:spPr>
          <a:xfrm rot="16200000" flipH="1" flipV="1">
            <a:off x="706120" y="4713605"/>
            <a:ext cx="1586230" cy="2106295"/>
          </a:xfrm>
          <a:prstGeom prst="rect">
            <a:avLst/>
          </a:prstGeom>
        </p:spPr>
      </p:pic>
      <p:sp>
        <p:nvSpPr>
          <p:cNvPr id="13" name="矩形 12"/>
          <p:cNvSpPr/>
          <p:nvPr>
            <p:custDataLst>
              <p:tags r:id="rId8"/>
            </p:custDataLst>
          </p:nvPr>
        </p:nvSpPr>
        <p:spPr>
          <a:xfrm>
            <a:off x="11027410" y="383541"/>
            <a:ext cx="866775" cy="961688"/>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9"/>
            </p:custDataLst>
          </p:nvPr>
        </p:nvSpPr>
        <p:spPr>
          <a:xfrm>
            <a:off x="6594953" y="259665"/>
            <a:ext cx="4310537" cy="1200329"/>
          </a:xfrm>
          <a:prstGeom prst="rect">
            <a:avLst/>
          </a:prstGeom>
          <a:noFill/>
        </p:spPr>
        <p:txBody>
          <a:bodyPr wrap="square" rtlCol="0">
            <a:spAutoFit/>
          </a:bodyPr>
          <a:lstStyle/>
          <a:p>
            <a:r>
              <a:rPr lang="en-US" altLang="zh-CN" sz="3200" b="1" dirty="0">
                <a:solidFill>
                  <a:srgbClr val="7AA6E3"/>
                </a:solidFill>
                <a:ea typeface="卓健橄榄简体" panose="00000506000000000000" charset="-120"/>
              </a:rPr>
              <a:t>Communication</a:t>
            </a:r>
          </a:p>
          <a:p>
            <a:pPr algn="r"/>
            <a:r>
              <a:rPr lang="en-US" altLang="zh-CN" sz="4000" b="1" dirty="0">
                <a:solidFill>
                  <a:srgbClr val="7AA6E3"/>
                </a:solidFill>
                <a:ea typeface="卓健橄榄简体" panose="00000506000000000000" charset="-120"/>
              </a:rPr>
              <a:t> </a:t>
            </a:r>
            <a:r>
              <a:rPr lang="en-US" altLang="zh-CN" sz="3200" b="1" dirty="0">
                <a:solidFill>
                  <a:srgbClr val="7AA6E3"/>
                </a:solidFill>
                <a:ea typeface="卓健橄榄简体" panose="00000506000000000000" charset="-120"/>
              </a:rPr>
              <a:t>--Principles</a:t>
            </a:r>
          </a:p>
        </p:txBody>
      </p:sp>
      <p:sp>
        <p:nvSpPr>
          <p:cNvPr id="35" name="矩形 34"/>
          <p:cNvSpPr/>
          <p:nvPr>
            <p:custDataLst>
              <p:tags r:id="rId10"/>
            </p:custDataLst>
          </p:nvPr>
        </p:nvSpPr>
        <p:spPr>
          <a:xfrm>
            <a:off x="8864600" y="2738120"/>
            <a:ext cx="3028950" cy="3803650"/>
          </a:xfrm>
          <a:prstGeom prst="rect">
            <a:avLst/>
          </a:prstGeom>
          <a:solidFill>
            <a:srgbClr val="7AA6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stamp_5.20eb7ba5."/>
          <p:cNvPicPr>
            <a:picLocks noChangeAspect="1"/>
          </p:cNvPicPr>
          <p:nvPr>
            <p:custDataLst>
              <p:tags r:id="rId11"/>
            </p:custDataLst>
          </p:nvPr>
        </p:nvPicPr>
        <p:blipFill>
          <a:blip r:embed="rId32"/>
          <a:srcRect l="6896" t="4120" r="6000" b="5264"/>
          <a:stretch>
            <a:fillRect/>
          </a:stretch>
        </p:blipFill>
        <p:spPr>
          <a:xfrm>
            <a:off x="9397405" y="2879574"/>
            <a:ext cx="2259330" cy="3631565"/>
          </a:xfrm>
          <a:prstGeom prst="rect">
            <a:avLst/>
          </a:prstGeom>
        </p:spPr>
      </p:pic>
      <p:pic>
        <p:nvPicPr>
          <p:cNvPr id="36" name="图片 35" descr="loading_top_cloud.17895bb3."/>
          <p:cNvPicPr>
            <a:picLocks noChangeAspect="1"/>
          </p:cNvPicPr>
          <p:nvPr>
            <p:custDataLst>
              <p:tags r:id="rId12"/>
            </p:custDataLst>
          </p:nvPr>
        </p:nvPicPr>
        <p:blipFill>
          <a:blip r:embed="rId33">
            <a:alphaModFix amt="51000"/>
          </a:blip>
          <a:stretch>
            <a:fillRect/>
          </a:stretch>
        </p:blipFill>
        <p:spPr>
          <a:xfrm>
            <a:off x="635" y="-53975"/>
            <a:ext cx="6697345" cy="2321560"/>
          </a:xfrm>
          <a:prstGeom prst="rect">
            <a:avLst/>
          </a:prstGeom>
        </p:spPr>
      </p:pic>
      <p:pic>
        <p:nvPicPr>
          <p:cNvPr id="37" name="图片 36" descr="loading_top_cloud.17895bb3."/>
          <p:cNvPicPr>
            <a:picLocks noChangeAspect="1"/>
          </p:cNvPicPr>
          <p:nvPr>
            <p:custDataLst>
              <p:tags r:id="rId13"/>
            </p:custDataLst>
          </p:nvPr>
        </p:nvPicPr>
        <p:blipFill>
          <a:blip r:embed="rId33">
            <a:alphaModFix amt="51000"/>
          </a:blip>
          <a:stretch>
            <a:fillRect/>
          </a:stretch>
        </p:blipFill>
        <p:spPr>
          <a:xfrm flipH="1" flipV="1">
            <a:off x="5605225" y="4695357"/>
            <a:ext cx="6697345" cy="2321560"/>
          </a:xfrm>
          <a:prstGeom prst="rect">
            <a:avLst/>
          </a:prstGeom>
        </p:spPr>
      </p:pic>
      <p:sp>
        <p:nvSpPr>
          <p:cNvPr id="39" name="文本框 38"/>
          <p:cNvSpPr txBox="1"/>
          <p:nvPr>
            <p:custDataLst>
              <p:tags r:id="rId14"/>
            </p:custDataLst>
          </p:nvPr>
        </p:nvSpPr>
        <p:spPr>
          <a:xfrm>
            <a:off x="845860" y="1725424"/>
            <a:ext cx="7960360" cy="3045001"/>
          </a:xfrm>
          <a:prstGeom prst="rect">
            <a:avLst/>
          </a:prstGeom>
          <a:noFill/>
        </p:spPr>
        <p:txBody>
          <a:bodyPr wrap="square" rtlCol="0">
            <a:spAutoFit/>
          </a:bodyPr>
          <a:lstStyle/>
          <a:p>
            <a:pPr>
              <a:lnSpc>
                <a:spcPct val="200000"/>
              </a:lnSpc>
            </a:pPr>
            <a:r>
              <a:rPr lang="en-US" altLang="zh-CN" sz="1600" b="1" dirty="0">
                <a:solidFill>
                  <a:srgbClr val="687DB0"/>
                </a:solidFill>
                <a:ea typeface="仓耳舒圆体 W03" panose="02020400000000000000" charset="-122"/>
              </a:rPr>
              <a:t>In</a:t>
            </a:r>
            <a:r>
              <a:rPr lang="en-US" altLang="zh-CN" dirty="0"/>
              <a:t> </a:t>
            </a:r>
            <a:r>
              <a:rPr lang="en-US" altLang="zh-CN" sz="1600" b="1" dirty="0">
                <a:solidFill>
                  <a:srgbClr val="687DB0"/>
                </a:solidFill>
                <a:ea typeface="仓耳舒圆体 W03" panose="02020400000000000000" charset="-122"/>
              </a:rPr>
              <a:t>effective communication, the golden rule is "30% talking + 70% listening". When listening: - Nod and respond with "Mm-hmm, exactly" to show agreement. - Paraphrase to confirm understanding, like "So what you mean is..." - Ask follow-up questions for details, such as "How did you solve that later?" These three skills make others feel valued, turning superficial chat into deep connection.</a:t>
            </a:r>
            <a:endParaRPr lang="zh-CN" altLang="en-US" sz="1600" b="1" dirty="0">
              <a:solidFill>
                <a:srgbClr val="687DB0"/>
              </a:solidFill>
              <a:ea typeface="仓耳舒圆体 W03" panose="02020400000000000000" charset="-122"/>
            </a:endParaRPr>
          </a:p>
        </p:txBody>
      </p:sp>
      <p:pic>
        <p:nvPicPr>
          <p:cNvPr id="42" name="图片 41" descr="bg.6b670190."/>
          <p:cNvPicPr>
            <a:picLocks noChangeAspect="1"/>
          </p:cNvPicPr>
          <p:nvPr>
            <p:custDataLst>
              <p:tags r:id="rId15"/>
            </p:custDataLst>
          </p:nvPr>
        </p:nvPicPr>
        <p:blipFill>
          <a:blip r:embed="rId34"/>
          <a:stretch>
            <a:fillRect/>
          </a:stretch>
        </p:blipFill>
        <p:spPr>
          <a:xfrm>
            <a:off x="-31115" y="7399020"/>
            <a:ext cx="12192000" cy="5048885"/>
          </a:xfrm>
          <a:prstGeom prst="rect">
            <a:avLst/>
          </a:prstGeom>
        </p:spPr>
      </p:pic>
      <p:pic>
        <p:nvPicPr>
          <p:cNvPr id="43" name="图片 42" descr="btn_cancel.28b0687a."/>
          <p:cNvPicPr>
            <a:picLocks noChangeAspect="1"/>
          </p:cNvPicPr>
          <p:nvPr>
            <p:custDataLst>
              <p:tags r:id="rId16"/>
            </p:custDataLst>
          </p:nvPr>
        </p:nvPicPr>
        <p:blipFill>
          <a:blip r:embed="rId35"/>
          <a:stretch>
            <a:fillRect/>
          </a:stretch>
        </p:blipFill>
        <p:spPr>
          <a:xfrm rot="240000">
            <a:off x="12587605" y="5471795"/>
            <a:ext cx="4010025" cy="1219200"/>
          </a:xfrm>
          <a:prstGeom prst="rect">
            <a:avLst/>
          </a:prstGeom>
        </p:spPr>
      </p:pic>
      <p:pic>
        <p:nvPicPr>
          <p:cNvPr id="44" name="图片 43" descr="66"/>
          <p:cNvPicPr>
            <a:picLocks noChangeAspect="1"/>
          </p:cNvPicPr>
          <p:nvPr>
            <p:custDataLst>
              <p:tags r:id="rId17"/>
            </p:custDataLst>
          </p:nvPr>
        </p:nvPicPr>
        <p:blipFill>
          <a:blip r:embed="rId36"/>
          <a:srcRect r="19808"/>
          <a:stretch>
            <a:fillRect/>
          </a:stretch>
        </p:blipFill>
        <p:spPr>
          <a:xfrm>
            <a:off x="13270230" y="2673985"/>
            <a:ext cx="2390775" cy="3457575"/>
          </a:xfrm>
          <a:prstGeom prst="rect">
            <a:avLst/>
          </a:prstGeom>
        </p:spPr>
      </p:pic>
      <p:sp>
        <p:nvSpPr>
          <p:cNvPr id="45" name="矩形 44"/>
          <p:cNvSpPr/>
          <p:nvPr>
            <p:custDataLst>
              <p:tags r:id="rId18"/>
            </p:custDataLst>
          </p:nvPr>
        </p:nvSpPr>
        <p:spPr>
          <a:xfrm>
            <a:off x="-2402840" y="548767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descr="loading_icon_progress.6466d0e7."/>
          <p:cNvPicPr>
            <a:picLocks noChangeAspect="1"/>
          </p:cNvPicPr>
          <p:nvPr>
            <p:custDataLst>
              <p:tags r:id="rId19"/>
            </p:custDataLst>
          </p:nvPr>
        </p:nvPicPr>
        <p:blipFill>
          <a:blip r:embed="rId37">
            <a:alphaModFix amt="49000"/>
          </a:blip>
          <a:stretch>
            <a:fillRect/>
          </a:stretch>
        </p:blipFill>
        <p:spPr>
          <a:xfrm>
            <a:off x="4241165" y="7957185"/>
            <a:ext cx="3060700" cy="3962400"/>
          </a:xfrm>
          <a:prstGeom prst="rect">
            <a:avLst/>
          </a:prstGeom>
        </p:spPr>
      </p:pic>
      <p:sp>
        <p:nvSpPr>
          <p:cNvPr id="49" name="矩形 48"/>
          <p:cNvSpPr/>
          <p:nvPr>
            <p:custDataLst>
              <p:tags r:id="rId20"/>
            </p:custDataLst>
          </p:nvPr>
        </p:nvSpPr>
        <p:spPr>
          <a:xfrm>
            <a:off x="-4271010" y="351409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图层 1"/>
          <p:cNvPicPr>
            <a:picLocks noChangeAspect="1"/>
          </p:cNvPicPr>
          <p:nvPr>
            <p:custDataLst>
              <p:tags r:id="rId1"/>
            </p:custDataLst>
          </p:nvPr>
        </p:nvPicPr>
        <p:blipFill>
          <a:blip r:embed="rId21"/>
          <a:stretch>
            <a:fillRect/>
          </a:stretch>
        </p:blipFill>
        <p:spPr>
          <a:xfrm>
            <a:off x="0" y="635"/>
            <a:ext cx="12191365" cy="6857365"/>
          </a:xfrm>
          <a:prstGeom prst="rect">
            <a:avLst/>
          </a:prstGeom>
        </p:spPr>
      </p:pic>
      <p:pic>
        <p:nvPicPr>
          <p:cNvPr id="17" name="图片 16" descr="bg.6b670190."/>
          <p:cNvPicPr>
            <a:picLocks noChangeAspect="1"/>
          </p:cNvPicPr>
          <p:nvPr>
            <p:custDataLst>
              <p:tags r:id="rId2"/>
            </p:custDataLst>
          </p:nvPr>
        </p:nvPicPr>
        <p:blipFill>
          <a:blip r:embed="rId22"/>
          <a:stretch>
            <a:fillRect/>
          </a:stretch>
        </p:blipFill>
        <p:spPr>
          <a:xfrm>
            <a:off x="-635" y="193675"/>
            <a:ext cx="12192000" cy="5048885"/>
          </a:xfrm>
          <a:prstGeom prst="rect">
            <a:avLst/>
          </a:prstGeom>
        </p:spPr>
      </p:pic>
      <p:pic>
        <p:nvPicPr>
          <p:cNvPr id="18" name="图片 17" descr="btn_cancel.28b0687a."/>
          <p:cNvPicPr>
            <a:picLocks noChangeAspect="1"/>
          </p:cNvPicPr>
          <p:nvPr>
            <p:custDataLst>
              <p:tags r:id="rId3"/>
            </p:custDataLst>
          </p:nvPr>
        </p:nvPicPr>
        <p:blipFill>
          <a:blip r:embed="rId23"/>
          <a:stretch>
            <a:fillRect/>
          </a:stretch>
        </p:blipFill>
        <p:spPr>
          <a:xfrm rot="240000">
            <a:off x="8322945" y="5500370"/>
            <a:ext cx="4010025" cy="1219200"/>
          </a:xfrm>
          <a:prstGeom prst="rect">
            <a:avLst/>
          </a:prstGeom>
        </p:spPr>
      </p:pic>
      <p:pic>
        <p:nvPicPr>
          <p:cNvPr id="19" name="图片 18" descr="66"/>
          <p:cNvPicPr>
            <a:picLocks noChangeAspect="1"/>
          </p:cNvPicPr>
          <p:nvPr>
            <p:custDataLst>
              <p:tags r:id="rId4"/>
            </p:custDataLst>
          </p:nvPr>
        </p:nvPicPr>
        <p:blipFill>
          <a:blip r:embed="rId24"/>
          <a:srcRect r="19808"/>
          <a:stretch>
            <a:fillRect/>
          </a:stretch>
        </p:blipFill>
        <p:spPr>
          <a:xfrm>
            <a:off x="9005570" y="2702560"/>
            <a:ext cx="2390775" cy="3457575"/>
          </a:xfrm>
          <a:prstGeom prst="rect">
            <a:avLst/>
          </a:prstGeom>
        </p:spPr>
      </p:pic>
      <p:sp>
        <p:nvSpPr>
          <p:cNvPr id="21" name="矩形 20"/>
          <p:cNvSpPr/>
          <p:nvPr>
            <p:custDataLst>
              <p:tags r:id="rId5"/>
            </p:custDataLst>
          </p:nvPr>
        </p:nvSpPr>
        <p:spPr>
          <a:xfrm>
            <a:off x="505460" y="536194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6"/>
            </p:custDataLst>
          </p:nvPr>
        </p:nvSpPr>
        <p:spPr>
          <a:xfrm>
            <a:off x="702945" y="5401310"/>
            <a:ext cx="1518285" cy="1014730"/>
          </a:xfrm>
          <a:prstGeom prst="rect">
            <a:avLst/>
          </a:prstGeom>
          <a:noFill/>
        </p:spPr>
        <p:txBody>
          <a:bodyPr wrap="square" rtlCol="0">
            <a:spAutoFit/>
          </a:bodyPr>
          <a:lstStyle/>
          <a:p>
            <a:r>
              <a:rPr lang="en-US" altLang="zh-CN" sz="6000">
                <a:solidFill>
                  <a:schemeClr val="bg1"/>
                </a:solidFill>
                <a:latin typeface="Goudy Stout" panose="0202090407030B020401" charset="0"/>
                <a:cs typeface="Goudy Stout" panose="0202090407030B020401" charset="0"/>
              </a:rPr>
              <a:t>03</a:t>
            </a:r>
          </a:p>
        </p:txBody>
      </p:sp>
      <p:pic>
        <p:nvPicPr>
          <p:cNvPr id="24" name="图片 23" descr="loading_icon_progress.6466d0e7."/>
          <p:cNvPicPr>
            <a:picLocks noChangeAspect="1"/>
          </p:cNvPicPr>
          <p:nvPr>
            <p:custDataLst>
              <p:tags r:id="rId7"/>
            </p:custDataLst>
          </p:nvPr>
        </p:nvPicPr>
        <p:blipFill>
          <a:blip r:embed="rId25">
            <a:alphaModFix amt="49000"/>
          </a:blip>
          <a:stretch>
            <a:fillRect/>
          </a:stretch>
        </p:blipFill>
        <p:spPr>
          <a:xfrm>
            <a:off x="4271645" y="751840"/>
            <a:ext cx="3060700" cy="3962400"/>
          </a:xfrm>
          <a:prstGeom prst="rect">
            <a:avLst/>
          </a:prstGeom>
        </p:spPr>
      </p:pic>
      <p:sp>
        <p:nvSpPr>
          <p:cNvPr id="25" name="矩形 24"/>
          <p:cNvSpPr/>
          <p:nvPr>
            <p:custDataLst>
              <p:tags r:id="rId8"/>
            </p:custDataLst>
          </p:nvPr>
        </p:nvSpPr>
        <p:spPr>
          <a:xfrm>
            <a:off x="1763395" y="290068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6930" y="-676910"/>
            <a:ext cx="14038580" cy="8519795"/>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bg_award.c9e74769."/>
          <p:cNvPicPr>
            <a:picLocks noChangeAspect="1"/>
          </p:cNvPicPr>
          <p:nvPr>
            <p:custDataLst>
              <p:tags r:id="rId9"/>
            </p:custDataLst>
          </p:nvPr>
        </p:nvPicPr>
        <p:blipFill>
          <a:blip r:embed="rId26"/>
          <a:stretch>
            <a:fillRect/>
          </a:stretch>
        </p:blipFill>
        <p:spPr>
          <a:xfrm>
            <a:off x="-35560" y="635"/>
            <a:ext cx="12353290" cy="7663815"/>
          </a:xfrm>
          <a:prstGeom prst="rect">
            <a:avLst/>
          </a:prstGeom>
        </p:spPr>
      </p:pic>
      <p:sp>
        <p:nvSpPr>
          <p:cNvPr id="20" name="矩形 19"/>
          <p:cNvSpPr/>
          <p:nvPr>
            <p:custDataLst>
              <p:tags r:id="rId10"/>
            </p:custDataLst>
          </p:nvPr>
        </p:nvSpPr>
        <p:spPr>
          <a:xfrm>
            <a:off x="8461515" y="5041740"/>
            <a:ext cx="1299387"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cilun_d.69fe6e42."/>
          <p:cNvPicPr>
            <a:picLocks noChangeAspect="1"/>
          </p:cNvPicPr>
          <p:nvPr/>
        </p:nvPicPr>
        <p:blipFill>
          <a:blip r:embed="rId27"/>
          <a:stretch>
            <a:fillRect/>
          </a:stretch>
        </p:blipFill>
        <p:spPr>
          <a:xfrm>
            <a:off x="9170670" y="3841115"/>
            <a:ext cx="2286000" cy="2297430"/>
          </a:xfrm>
          <a:prstGeom prst="rect">
            <a:avLst/>
          </a:prstGeom>
        </p:spPr>
      </p:pic>
      <p:pic>
        <p:nvPicPr>
          <p:cNvPr id="5" name="图片 4" descr="cilun_ss.2be77af0."/>
          <p:cNvPicPr>
            <a:picLocks noChangeAspect="1"/>
          </p:cNvPicPr>
          <p:nvPr/>
        </p:nvPicPr>
        <p:blipFill>
          <a:blip r:embed="rId28"/>
          <a:stretch>
            <a:fillRect/>
          </a:stretch>
        </p:blipFill>
        <p:spPr>
          <a:xfrm>
            <a:off x="8371840" y="2510790"/>
            <a:ext cx="1647825" cy="1657350"/>
          </a:xfrm>
          <a:prstGeom prst="rect">
            <a:avLst/>
          </a:prstGeom>
        </p:spPr>
      </p:pic>
      <p:pic>
        <p:nvPicPr>
          <p:cNvPr id="6" name="图片 5" descr="cilun_x.ecd5911a."/>
          <p:cNvPicPr>
            <a:picLocks noChangeAspect="1"/>
          </p:cNvPicPr>
          <p:nvPr/>
        </p:nvPicPr>
        <p:blipFill>
          <a:blip r:embed="rId29"/>
          <a:stretch>
            <a:fillRect/>
          </a:stretch>
        </p:blipFill>
        <p:spPr>
          <a:xfrm rot="21300000">
            <a:off x="9265920" y="717550"/>
            <a:ext cx="2295525" cy="2286000"/>
          </a:xfrm>
          <a:prstGeom prst="rect">
            <a:avLst/>
          </a:prstGeom>
        </p:spPr>
      </p:pic>
      <p:pic>
        <p:nvPicPr>
          <p:cNvPr id="7" name="图片 6" descr="book_fin_5.662836ef..jpg"/>
          <p:cNvPicPr>
            <a:picLocks noChangeAspect="1"/>
          </p:cNvPicPr>
          <p:nvPr>
            <p:custDataLst>
              <p:tags r:id="rId11"/>
            </p:custDataLst>
          </p:nvPr>
        </p:nvPicPr>
        <p:blipFill>
          <a:blip r:embed="rId30">
            <a:alphaModFix amt="66000"/>
          </a:blip>
          <a:srcRect l="12754" t="2446" r="13225" b="1123"/>
          <a:stretch>
            <a:fillRect/>
          </a:stretch>
        </p:blipFill>
        <p:spPr>
          <a:xfrm>
            <a:off x="1590040" y="4282440"/>
            <a:ext cx="1342390" cy="1748790"/>
          </a:xfrm>
          <a:prstGeom prst="rect">
            <a:avLst/>
          </a:prstGeom>
        </p:spPr>
      </p:pic>
      <p:sp>
        <p:nvSpPr>
          <p:cNvPr id="11" name="文本框 10"/>
          <p:cNvSpPr txBox="1"/>
          <p:nvPr>
            <p:custDataLst>
              <p:tags r:id="rId12"/>
            </p:custDataLst>
          </p:nvPr>
        </p:nvSpPr>
        <p:spPr>
          <a:xfrm>
            <a:off x="3097530" y="4749594"/>
            <a:ext cx="3757295" cy="1077218"/>
          </a:xfrm>
          <a:prstGeom prst="rect">
            <a:avLst/>
          </a:prstGeom>
          <a:noFill/>
        </p:spPr>
        <p:txBody>
          <a:bodyPr wrap="square" rtlCol="0">
            <a:spAutoFit/>
          </a:bodyPr>
          <a:lstStyle/>
          <a:p>
            <a:r>
              <a:rPr lang="en-US" altLang="zh-CN" sz="3200" b="1" dirty="0">
                <a:solidFill>
                  <a:srgbClr val="426C77"/>
                </a:solidFill>
                <a:ea typeface="卓健橄榄简体" panose="00000506000000000000" charset="-120"/>
              </a:rPr>
              <a:t>Conflict </a:t>
            </a:r>
          </a:p>
          <a:p>
            <a:pPr algn="r"/>
            <a:r>
              <a:rPr lang="en-US" altLang="zh-CN" sz="3200" b="1" dirty="0">
                <a:solidFill>
                  <a:srgbClr val="426C77"/>
                </a:solidFill>
                <a:ea typeface="卓健橄榄简体" panose="00000506000000000000" charset="-120"/>
              </a:rPr>
              <a:t>--Resolution</a:t>
            </a:r>
          </a:p>
        </p:txBody>
      </p:sp>
      <p:pic>
        <p:nvPicPr>
          <p:cNvPr id="14" name="图片 13" descr="book_fin_5.662836ef..jpg"/>
          <p:cNvPicPr>
            <a:picLocks noChangeAspect="1"/>
          </p:cNvPicPr>
          <p:nvPr>
            <p:custDataLst>
              <p:tags r:id="rId13"/>
            </p:custDataLst>
          </p:nvPr>
        </p:nvPicPr>
        <p:blipFill>
          <a:blip r:embed="rId30"/>
          <a:srcRect l="12754" t="2446" r="13225" b="1123"/>
          <a:stretch>
            <a:fillRect/>
          </a:stretch>
        </p:blipFill>
        <p:spPr>
          <a:xfrm>
            <a:off x="1297940" y="4124325"/>
            <a:ext cx="1339215" cy="1744980"/>
          </a:xfrm>
          <a:prstGeom prst="rect">
            <a:avLst/>
          </a:prstGeom>
        </p:spPr>
      </p:pic>
      <p:sp>
        <p:nvSpPr>
          <p:cNvPr id="10" name="文本框 9"/>
          <p:cNvSpPr txBox="1"/>
          <p:nvPr>
            <p:custDataLst>
              <p:tags r:id="rId14"/>
            </p:custDataLst>
          </p:nvPr>
        </p:nvSpPr>
        <p:spPr>
          <a:xfrm>
            <a:off x="1373948" y="1441676"/>
            <a:ext cx="6821805" cy="2648930"/>
          </a:xfrm>
          <a:prstGeom prst="rect">
            <a:avLst/>
          </a:prstGeom>
          <a:noFill/>
        </p:spPr>
        <p:txBody>
          <a:bodyPr wrap="square" rtlCol="0">
            <a:spAutoFit/>
          </a:bodyPr>
          <a:lstStyle/>
          <a:p>
            <a:pPr>
              <a:lnSpc>
                <a:spcPct val="150000"/>
              </a:lnSpc>
            </a:pPr>
            <a:r>
              <a:rPr lang="en-US" altLang="zh-CN" sz="1400" b="1" dirty="0">
                <a:solidFill>
                  <a:srgbClr val="426C77"/>
                </a:solidFill>
                <a:ea typeface="仓耳舒圆体 W03" panose="02020400000000000000" charset="-122"/>
              </a:rPr>
              <a:t>Start with affirmation, such as "I know you didn't mean it" to make the other party feel understood. Then clearly point out the issue, like "but being 30 minutes late affects the team's progress," stating facts objectively. Finally, offer a suggestion, for example, "How about we confirm by phone 10 minutes in advance next time?" Use a consultative tone to propose solutions. This expression structure is like a sandwich—wrapping problems with affirmation and suggestions, which can clearly convey demands while reducing the other party's resistance, making communication smoother.</a:t>
            </a:r>
            <a:endParaRPr sz="1400" b="1" dirty="0">
              <a:solidFill>
                <a:srgbClr val="426C77"/>
              </a:solidFill>
              <a:ea typeface="仓耳舒圆体 W03" panose="02020400000000000000" charset="-122"/>
            </a:endParaRPr>
          </a:p>
        </p:txBody>
      </p:sp>
      <p:pic>
        <p:nvPicPr>
          <p:cNvPr id="13" name="图片 12" descr="loading_leaf_w.14128403."/>
          <p:cNvPicPr>
            <a:picLocks noChangeAspect="1"/>
          </p:cNvPicPr>
          <p:nvPr>
            <p:custDataLst>
              <p:tags r:id="rId15"/>
            </p:custDataLst>
          </p:nvPr>
        </p:nvPicPr>
        <p:blipFill>
          <a:blip r:embed="rId31"/>
          <a:stretch>
            <a:fillRect/>
          </a:stretch>
        </p:blipFill>
        <p:spPr>
          <a:xfrm rot="3660000">
            <a:off x="7564621" y="1638138"/>
            <a:ext cx="9664065" cy="11490325"/>
          </a:xfrm>
          <a:prstGeom prst="rect">
            <a:avLst/>
          </a:prstGeom>
        </p:spPr>
      </p:pic>
      <p:pic>
        <p:nvPicPr>
          <p:cNvPr id="31" name="图片 30" descr="wutai_cl_close.789045c2."/>
          <p:cNvPicPr>
            <a:picLocks noChangeAspect="1"/>
          </p:cNvPicPr>
          <p:nvPr>
            <p:custDataLst>
              <p:tags r:id="rId16"/>
            </p:custDataLst>
          </p:nvPr>
        </p:nvPicPr>
        <p:blipFill>
          <a:blip r:embed="rId32"/>
          <a:stretch>
            <a:fillRect/>
          </a:stretch>
        </p:blipFill>
        <p:spPr>
          <a:xfrm>
            <a:off x="-10753725" y="-205105"/>
            <a:ext cx="9719945" cy="7268845"/>
          </a:xfrm>
          <a:prstGeom prst="rect">
            <a:avLst/>
          </a:prstGeom>
        </p:spPr>
      </p:pic>
      <p:pic>
        <p:nvPicPr>
          <p:cNvPr id="32" name="图片 31" descr="wutai_cl_close.789045c2."/>
          <p:cNvPicPr>
            <a:picLocks noChangeAspect="1"/>
          </p:cNvPicPr>
          <p:nvPr>
            <p:custDataLst>
              <p:tags r:id="rId17"/>
            </p:custDataLst>
          </p:nvPr>
        </p:nvPicPr>
        <p:blipFill>
          <a:blip r:embed="rId32"/>
          <a:stretch>
            <a:fillRect/>
          </a:stretch>
        </p:blipFill>
        <p:spPr>
          <a:xfrm flipH="1">
            <a:off x="13398500" y="-205105"/>
            <a:ext cx="9718675" cy="7268210"/>
          </a:xfrm>
          <a:prstGeom prst="rect">
            <a:avLst/>
          </a:prstGeom>
        </p:spPr>
      </p:pic>
      <p:pic>
        <p:nvPicPr>
          <p:cNvPr id="33" name="图片 32" descr="wutai_cl_open.08afe20a."/>
          <p:cNvPicPr>
            <a:picLocks noChangeAspect="1"/>
          </p:cNvPicPr>
          <p:nvPr>
            <p:custDataLst>
              <p:tags r:id="rId18"/>
            </p:custDataLst>
          </p:nvPr>
        </p:nvPicPr>
        <p:blipFill>
          <a:blip r:embed="rId33"/>
          <a:srcRect r="45537"/>
          <a:stretch>
            <a:fillRect/>
          </a:stretch>
        </p:blipFill>
        <p:spPr>
          <a:xfrm rot="3600000">
            <a:off x="-4090035" y="-4143375"/>
            <a:ext cx="4222115" cy="7752080"/>
          </a:xfrm>
          <a:prstGeom prst="rect">
            <a:avLst/>
          </a:prstGeom>
        </p:spPr>
      </p:pic>
      <p:pic>
        <p:nvPicPr>
          <p:cNvPr id="34" name="图片 33" descr="wutai_cl_open.08afe20a."/>
          <p:cNvPicPr>
            <a:picLocks noChangeAspect="1"/>
          </p:cNvPicPr>
          <p:nvPr>
            <p:custDataLst>
              <p:tags r:id="rId19"/>
            </p:custDataLst>
          </p:nvPr>
        </p:nvPicPr>
        <p:blipFill>
          <a:blip r:embed="rId33"/>
          <a:srcRect r="45537"/>
          <a:stretch>
            <a:fillRect/>
          </a:stretch>
        </p:blipFill>
        <p:spPr>
          <a:xfrm rot="18360000" flipH="1">
            <a:off x="12879705" y="-4107815"/>
            <a:ext cx="4268470" cy="7837805"/>
          </a:xfrm>
          <a:prstGeom prst="rect">
            <a:avLst/>
          </a:prstGeom>
        </p:spPr>
      </p:pic>
      <p:sp>
        <p:nvSpPr>
          <p:cNvPr id="9" name="文本框 8">
            <a:extLst>
              <a:ext uri="{FF2B5EF4-FFF2-40B4-BE49-F238E27FC236}">
                <a16:creationId xmlns:a16="http://schemas.microsoft.com/office/drawing/2014/main" id="{D1B12EAD-D96C-DBC9-338E-3D43BB89DE5B}"/>
              </a:ext>
            </a:extLst>
          </p:cNvPr>
          <p:cNvSpPr txBox="1"/>
          <p:nvPr/>
        </p:nvSpPr>
        <p:spPr>
          <a:xfrm>
            <a:off x="936012" y="880036"/>
            <a:ext cx="5036776" cy="584775"/>
          </a:xfrm>
          <a:prstGeom prst="rect">
            <a:avLst/>
          </a:prstGeom>
          <a:noFill/>
        </p:spPr>
        <p:txBody>
          <a:bodyPr wrap="square" lIns="0" tIns="0" rIns="0" bIns="0" rtlCol="0" anchor="t">
            <a:spAutoFit/>
          </a:bodyPr>
          <a:lstStyle/>
          <a:p>
            <a:r>
              <a:rPr lang="en-US" altLang="zh-CN" sz="2000" b="1" dirty="0">
                <a:solidFill>
                  <a:srgbClr val="426C77"/>
                </a:solidFill>
                <a:ea typeface="仓耳舒圆体 W03" panose="02020400000000000000" charset="-122"/>
              </a:rPr>
              <a:t>T</a:t>
            </a:r>
            <a:r>
              <a:rPr lang="en-US" altLang="zh-CN" b="1" dirty="0">
                <a:solidFill>
                  <a:srgbClr val="426C77"/>
                </a:solidFill>
                <a:ea typeface="仓耳舒圆体 W03" panose="02020400000000000000" charset="-122"/>
              </a:rPr>
              <a:t>ry the Sandwich Communication Method:</a:t>
            </a:r>
          </a:p>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20000" fill="hold"/>
                                        <p:tgtEl>
                                          <p:spTgt spid="6"/>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10000" fill="hold"/>
                                        <p:tgtEl>
                                          <p:spTgt spid="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图层 1"/>
          <p:cNvPicPr>
            <a:picLocks noChangeAspect="1"/>
          </p:cNvPicPr>
          <p:nvPr>
            <p:custDataLst>
              <p:tags r:id="rId1"/>
            </p:custDataLst>
          </p:nvPr>
        </p:nvPicPr>
        <p:blipFill>
          <a:blip r:embed="rId19"/>
          <a:stretch>
            <a:fillRect/>
          </a:stretch>
        </p:blipFill>
        <p:spPr>
          <a:xfrm>
            <a:off x="0" y="635"/>
            <a:ext cx="12191365" cy="6857365"/>
          </a:xfrm>
          <a:prstGeom prst="rect">
            <a:avLst/>
          </a:prstGeom>
        </p:spPr>
      </p:pic>
      <p:pic>
        <p:nvPicPr>
          <p:cNvPr id="17" name="图片 16" descr="bg.6b670190."/>
          <p:cNvPicPr>
            <a:picLocks noChangeAspect="1"/>
          </p:cNvPicPr>
          <p:nvPr>
            <p:custDataLst>
              <p:tags r:id="rId2"/>
            </p:custDataLst>
          </p:nvPr>
        </p:nvPicPr>
        <p:blipFill>
          <a:blip r:embed="rId20"/>
          <a:stretch>
            <a:fillRect/>
          </a:stretch>
        </p:blipFill>
        <p:spPr>
          <a:xfrm>
            <a:off x="-635" y="193675"/>
            <a:ext cx="12192000" cy="5048885"/>
          </a:xfrm>
          <a:prstGeom prst="rect">
            <a:avLst/>
          </a:prstGeom>
        </p:spPr>
      </p:pic>
      <p:pic>
        <p:nvPicPr>
          <p:cNvPr id="18" name="图片 17" descr="btn_cancel.28b0687a."/>
          <p:cNvPicPr>
            <a:picLocks noChangeAspect="1"/>
          </p:cNvPicPr>
          <p:nvPr>
            <p:custDataLst>
              <p:tags r:id="rId3"/>
            </p:custDataLst>
          </p:nvPr>
        </p:nvPicPr>
        <p:blipFill>
          <a:blip r:embed="rId21"/>
          <a:stretch>
            <a:fillRect/>
          </a:stretch>
        </p:blipFill>
        <p:spPr>
          <a:xfrm rot="240000">
            <a:off x="8322945" y="5500370"/>
            <a:ext cx="4010025" cy="1219200"/>
          </a:xfrm>
          <a:prstGeom prst="rect">
            <a:avLst/>
          </a:prstGeom>
        </p:spPr>
      </p:pic>
      <p:pic>
        <p:nvPicPr>
          <p:cNvPr id="19" name="图片 18" descr="66"/>
          <p:cNvPicPr>
            <a:picLocks noChangeAspect="1"/>
          </p:cNvPicPr>
          <p:nvPr>
            <p:custDataLst>
              <p:tags r:id="rId4"/>
            </p:custDataLst>
          </p:nvPr>
        </p:nvPicPr>
        <p:blipFill>
          <a:blip r:embed="rId22"/>
          <a:srcRect r="19808"/>
          <a:stretch>
            <a:fillRect/>
          </a:stretch>
        </p:blipFill>
        <p:spPr>
          <a:xfrm>
            <a:off x="9005570" y="2702560"/>
            <a:ext cx="2390775" cy="3457575"/>
          </a:xfrm>
          <a:prstGeom prst="rect">
            <a:avLst/>
          </a:prstGeom>
        </p:spPr>
      </p:pic>
      <p:sp>
        <p:nvSpPr>
          <p:cNvPr id="21" name="矩形 20"/>
          <p:cNvSpPr/>
          <p:nvPr>
            <p:custDataLst>
              <p:tags r:id="rId5"/>
            </p:custDataLst>
          </p:nvPr>
        </p:nvSpPr>
        <p:spPr>
          <a:xfrm>
            <a:off x="505460" y="5361940"/>
            <a:ext cx="1889125" cy="1054100"/>
          </a:xfrm>
          <a:prstGeom prst="rect">
            <a:avLst/>
          </a:prstGeom>
          <a:solidFill>
            <a:srgbClr val="3864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6"/>
            </p:custDataLst>
          </p:nvPr>
        </p:nvSpPr>
        <p:spPr>
          <a:xfrm>
            <a:off x="702945" y="5401310"/>
            <a:ext cx="1518285" cy="1014730"/>
          </a:xfrm>
          <a:prstGeom prst="rect">
            <a:avLst/>
          </a:prstGeom>
          <a:noFill/>
        </p:spPr>
        <p:txBody>
          <a:bodyPr wrap="square" rtlCol="0">
            <a:spAutoFit/>
          </a:bodyPr>
          <a:lstStyle/>
          <a:p>
            <a:r>
              <a:rPr lang="en-US" altLang="zh-CN" sz="6000">
                <a:solidFill>
                  <a:schemeClr val="bg1"/>
                </a:solidFill>
                <a:latin typeface="Goudy Stout" panose="0202090407030B020401" charset="0"/>
                <a:cs typeface="Goudy Stout" panose="0202090407030B020401" charset="0"/>
              </a:rPr>
              <a:t>03</a:t>
            </a:r>
          </a:p>
        </p:txBody>
      </p:sp>
      <p:pic>
        <p:nvPicPr>
          <p:cNvPr id="24" name="图片 23" descr="loading_icon_progress.6466d0e7."/>
          <p:cNvPicPr>
            <a:picLocks noChangeAspect="1"/>
          </p:cNvPicPr>
          <p:nvPr>
            <p:custDataLst>
              <p:tags r:id="rId7"/>
            </p:custDataLst>
          </p:nvPr>
        </p:nvPicPr>
        <p:blipFill>
          <a:blip r:embed="rId23">
            <a:alphaModFix amt="49000"/>
          </a:blip>
          <a:stretch>
            <a:fillRect/>
          </a:stretch>
        </p:blipFill>
        <p:spPr>
          <a:xfrm>
            <a:off x="4271645" y="751840"/>
            <a:ext cx="3060700" cy="3962400"/>
          </a:xfrm>
          <a:prstGeom prst="rect">
            <a:avLst/>
          </a:prstGeom>
        </p:spPr>
      </p:pic>
      <p:sp>
        <p:nvSpPr>
          <p:cNvPr id="25" name="矩形 24"/>
          <p:cNvSpPr/>
          <p:nvPr>
            <p:custDataLst>
              <p:tags r:id="rId8"/>
            </p:custDataLst>
          </p:nvPr>
        </p:nvSpPr>
        <p:spPr>
          <a:xfrm>
            <a:off x="1763395" y="2900680"/>
            <a:ext cx="3757295" cy="1541145"/>
          </a:xfrm>
          <a:prstGeom prst="rect">
            <a:avLst/>
          </a:prstGeom>
          <a:solidFill>
            <a:srgbClr val="326489"/>
          </a:solidFill>
          <a:ln w="63500">
            <a:solidFill>
              <a:srgbClr val="D0BC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6930" y="-676910"/>
            <a:ext cx="14038580" cy="8519795"/>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bg_award.c9e74769."/>
          <p:cNvPicPr>
            <a:picLocks noChangeAspect="1"/>
          </p:cNvPicPr>
          <p:nvPr>
            <p:custDataLst>
              <p:tags r:id="rId9"/>
            </p:custDataLst>
          </p:nvPr>
        </p:nvPicPr>
        <p:blipFill>
          <a:blip r:embed="rId24"/>
          <a:stretch>
            <a:fillRect/>
          </a:stretch>
        </p:blipFill>
        <p:spPr>
          <a:xfrm>
            <a:off x="-35560" y="635"/>
            <a:ext cx="12353290" cy="7663815"/>
          </a:xfrm>
          <a:prstGeom prst="rect">
            <a:avLst/>
          </a:prstGeom>
        </p:spPr>
      </p:pic>
      <p:sp>
        <p:nvSpPr>
          <p:cNvPr id="20" name="矩形 19"/>
          <p:cNvSpPr/>
          <p:nvPr>
            <p:custDataLst>
              <p:tags r:id="rId10"/>
            </p:custDataLst>
          </p:nvPr>
        </p:nvSpPr>
        <p:spPr>
          <a:xfrm>
            <a:off x="8014970" y="5084445"/>
            <a:ext cx="1889125" cy="1054100"/>
          </a:xfrm>
          <a:prstGeom prst="rect">
            <a:avLst/>
          </a:prstGeom>
          <a:solidFill>
            <a:srgbClr val="426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cilun_d.69fe6e42."/>
          <p:cNvPicPr>
            <a:picLocks noChangeAspect="1"/>
          </p:cNvPicPr>
          <p:nvPr/>
        </p:nvPicPr>
        <p:blipFill>
          <a:blip r:embed="rId25"/>
          <a:stretch>
            <a:fillRect/>
          </a:stretch>
        </p:blipFill>
        <p:spPr>
          <a:xfrm>
            <a:off x="9170670" y="3841115"/>
            <a:ext cx="2286000" cy="2297430"/>
          </a:xfrm>
          <a:prstGeom prst="rect">
            <a:avLst/>
          </a:prstGeom>
        </p:spPr>
      </p:pic>
      <p:pic>
        <p:nvPicPr>
          <p:cNvPr id="5" name="图片 4" descr="cilun_ss.2be77af0."/>
          <p:cNvPicPr>
            <a:picLocks noChangeAspect="1"/>
          </p:cNvPicPr>
          <p:nvPr/>
        </p:nvPicPr>
        <p:blipFill>
          <a:blip r:embed="rId26"/>
          <a:stretch>
            <a:fillRect/>
          </a:stretch>
        </p:blipFill>
        <p:spPr>
          <a:xfrm>
            <a:off x="8371840" y="2510790"/>
            <a:ext cx="1647825" cy="1657350"/>
          </a:xfrm>
          <a:prstGeom prst="rect">
            <a:avLst/>
          </a:prstGeom>
        </p:spPr>
      </p:pic>
      <p:pic>
        <p:nvPicPr>
          <p:cNvPr id="6" name="图片 5" descr="cilun_x.ecd5911a."/>
          <p:cNvPicPr>
            <a:picLocks noChangeAspect="1"/>
          </p:cNvPicPr>
          <p:nvPr/>
        </p:nvPicPr>
        <p:blipFill>
          <a:blip r:embed="rId27"/>
          <a:stretch>
            <a:fillRect/>
          </a:stretch>
        </p:blipFill>
        <p:spPr>
          <a:xfrm rot="21300000">
            <a:off x="9265920" y="717550"/>
            <a:ext cx="2295525" cy="2286000"/>
          </a:xfrm>
          <a:prstGeom prst="rect">
            <a:avLst/>
          </a:prstGeom>
        </p:spPr>
      </p:pic>
      <p:pic>
        <p:nvPicPr>
          <p:cNvPr id="7" name="图片 6" descr="book_fin_5.662836ef..jpg"/>
          <p:cNvPicPr>
            <a:picLocks noChangeAspect="1"/>
          </p:cNvPicPr>
          <p:nvPr>
            <p:custDataLst>
              <p:tags r:id="rId11"/>
            </p:custDataLst>
          </p:nvPr>
        </p:nvPicPr>
        <p:blipFill>
          <a:blip r:embed="rId28">
            <a:alphaModFix amt="66000"/>
          </a:blip>
          <a:srcRect l="12754" t="2446" r="13225" b="1123"/>
          <a:stretch>
            <a:fillRect/>
          </a:stretch>
        </p:blipFill>
        <p:spPr>
          <a:xfrm>
            <a:off x="1590040" y="4282440"/>
            <a:ext cx="1342390" cy="1748790"/>
          </a:xfrm>
          <a:prstGeom prst="rect">
            <a:avLst/>
          </a:prstGeom>
        </p:spPr>
      </p:pic>
      <p:pic>
        <p:nvPicPr>
          <p:cNvPr id="14" name="图片 13" descr="book_fin_5.662836ef..jpg"/>
          <p:cNvPicPr>
            <a:picLocks noChangeAspect="1"/>
          </p:cNvPicPr>
          <p:nvPr>
            <p:custDataLst>
              <p:tags r:id="rId12"/>
            </p:custDataLst>
          </p:nvPr>
        </p:nvPicPr>
        <p:blipFill>
          <a:blip r:embed="rId28"/>
          <a:srcRect l="12754" t="2446" r="13225" b="1123"/>
          <a:stretch>
            <a:fillRect/>
          </a:stretch>
        </p:blipFill>
        <p:spPr>
          <a:xfrm>
            <a:off x="1297940" y="4124325"/>
            <a:ext cx="1339215" cy="1744980"/>
          </a:xfrm>
          <a:prstGeom prst="rect">
            <a:avLst/>
          </a:prstGeom>
        </p:spPr>
      </p:pic>
      <p:pic>
        <p:nvPicPr>
          <p:cNvPr id="13" name="图片 12" descr="loading_leaf_w.14128403."/>
          <p:cNvPicPr>
            <a:picLocks noChangeAspect="1"/>
          </p:cNvPicPr>
          <p:nvPr>
            <p:custDataLst>
              <p:tags r:id="rId13"/>
            </p:custDataLst>
          </p:nvPr>
        </p:nvPicPr>
        <p:blipFill>
          <a:blip r:embed="rId29"/>
          <a:stretch>
            <a:fillRect/>
          </a:stretch>
        </p:blipFill>
        <p:spPr>
          <a:xfrm rot="3660000">
            <a:off x="9867900" y="2018030"/>
            <a:ext cx="9664065" cy="11490325"/>
          </a:xfrm>
          <a:prstGeom prst="rect">
            <a:avLst/>
          </a:prstGeom>
        </p:spPr>
      </p:pic>
      <p:pic>
        <p:nvPicPr>
          <p:cNvPr id="3" name="图片 2" descr="wutai_cl_close.789045c2."/>
          <p:cNvPicPr>
            <a:picLocks noChangeAspect="1"/>
          </p:cNvPicPr>
          <p:nvPr>
            <p:custDataLst>
              <p:tags r:id="rId14"/>
            </p:custDataLst>
          </p:nvPr>
        </p:nvPicPr>
        <p:blipFill>
          <a:blip r:embed="rId30"/>
          <a:stretch>
            <a:fillRect/>
          </a:stretch>
        </p:blipFill>
        <p:spPr>
          <a:xfrm>
            <a:off x="-2938145" y="-205105"/>
            <a:ext cx="9719945" cy="7268845"/>
          </a:xfrm>
          <a:prstGeom prst="rect">
            <a:avLst/>
          </a:prstGeom>
        </p:spPr>
      </p:pic>
      <p:pic>
        <p:nvPicPr>
          <p:cNvPr id="9" name="图片 8" descr="wutai_cl_close.789045c2."/>
          <p:cNvPicPr>
            <a:picLocks noChangeAspect="1"/>
          </p:cNvPicPr>
          <p:nvPr>
            <p:custDataLst>
              <p:tags r:id="rId15"/>
            </p:custDataLst>
          </p:nvPr>
        </p:nvPicPr>
        <p:blipFill>
          <a:blip r:embed="rId30"/>
          <a:stretch>
            <a:fillRect/>
          </a:stretch>
        </p:blipFill>
        <p:spPr>
          <a:xfrm flipH="1">
            <a:off x="5737860" y="-205105"/>
            <a:ext cx="9718675" cy="7268210"/>
          </a:xfrm>
          <a:prstGeom prst="rect">
            <a:avLst/>
          </a:prstGeom>
        </p:spPr>
      </p:pic>
      <p:pic>
        <p:nvPicPr>
          <p:cNvPr id="23" name="图片 22" descr="wutai_cl_open.08afe20a."/>
          <p:cNvPicPr>
            <a:picLocks noChangeAspect="1"/>
          </p:cNvPicPr>
          <p:nvPr>
            <p:custDataLst>
              <p:tags r:id="rId16"/>
            </p:custDataLst>
          </p:nvPr>
        </p:nvPicPr>
        <p:blipFill>
          <a:blip r:embed="rId31"/>
          <a:srcRect r="45537"/>
          <a:stretch>
            <a:fillRect/>
          </a:stretch>
        </p:blipFill>
        <p:spPr>
          <a:xfrm>
            <a:off x="-1452880" y="0"/>
            <a:ext cx="4222115" cy="7752080"/>
          </a:xfrm>
          <a:prstGeom prst="rect">
            <a:avLst/>
          </a:prstGeom>
        </p:spPr>
      </p:pic>
      <p:pic>
        <p:nvPicPr>
          <p:cNvPr id="26" name="图片 25" descr="wutai_cl_open.08afe20a."/>
          <p:cNvPicPr>
            <a:picLocks noChangeAspect="1"/>
          </p:cNvPicPr>
          <p:nvPr>
            <p:custDataLst>
              <p:tags r:id="rId17"/>
            </p:custDataLst>
          </p:nvPr>
        </p:nvPicPr>
        <p:blipFill>
          <a:blip r:embed="rId31"/>
          <a:srcRect r="45537"/>
          <a:stretch>
            <a:fillRect/>
          </a:stretch>
        </p:blipFill>
        <p:spPr>
          <a:xfrm flipH="1">
            <a:off x="8608060" y="0"/>
            <a:ext cx="4268470" cy="78378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endCondLst>
                                    <p:cond evt="onNext" delay="0">
                                      <p:tgtEl>
                                        <p:sldTgt/>
                                      </p:tgtEl>
                                    </p:cond>
                                  </p:endCondLst>
                                  <p:childTnLst>
                                    <p:animRot by="21600000">
                                      <p:cBhvr>
                                        <p:cTn id="6" dur="20000" fill="hold"/>
                                        <p:tgtEl>
                                          <p:spTgt spid="6"/>
                                        </p:tgtEl>
                                        <p:attrNameLst>
                                          <p:attrName>r</p:attrName>
                                        </p:attrNameLst>
                                      </p:cBhvr>
                                    </p:animRot>
                                  </p:childTnLst>
                                </p:cTn>
                              </p:par>
                              <p:par>
                                <p:cTn id="7" presetID="8" presetClass="emph" presetSubtype="0" repeatCount="indefinite" fill="hold" nodeType="withEffect">
                                  <p:stCondLst>
                                    <p:cond delay="0"/>
                                  </p:stCondLst>
                                  <p:childTnLst>
                                    <p:animRot by="-21600000">
                                      <p:cBhvr>
                                        <p:cTn id="8" dur="10000" fill="hold"/>
                                        <p:tgtEl>
                                          <p:spTgt spid="5"/>
                                        </p:tgtEl>
                                        <p:attrNameLst>
                                          <p:attrName>r</p:attrName>
                                        </p:attrNameLst>
                                      </p:cBhvr>
                                    </p:animRot>
                                  </p:childTnLst>
                                </p:cTn>
                              </p:par>
                              <p:par>
                                <p:cTn id="9" presetID="8" presetClass="emph" presetSubtype="0" repeatCount="indefinite" fill="hold" nodeType="withEffect">
                                  <p:stCondLst>
                                    <p:cond delay="0"/>
                                  </p:stCondLst>
                                  <p:childTnLst>
                                    <p:animRot by="21600000">
                                      <p:cBhvr>
                                        <p:cTn id="10" dur="20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loading_block_1.685459ae."/>
          <p:cNvPicPr>
            <a:picLocks noChangeAspect="1"/>
          </p:cNvPicPr>
          <p:nvPr>
            <p:custDataLst>
              <p:tags r:id="rId1"/>
            </p:custDataLst>
          </p:nvPr>
        </p:nvPicPr>
        <p:blipFill>
          <a:blip r:embed="rId13"/>
          <a:stretch>
            <a:fillRect/>
          </a:stretch>
        </p:blipFill>
        <p:spPr>
          <a:xfrm>
            <a:off x="0" y="0"/>
            <a:ext cx="7190740" cy="7190740"/>
          </a:xfrm>
          <a:prstGeom prst="rect">
            <a:avLst/>
          </a:prstGeom>
        </p:spPr>
      </p:pic>
      <p:pic>
        <p:nvPicPr>
          <p:cNvPr id="8" name="图片 7" descr="loading_block_1.685459ae."/>
          <p:cNvPicPr>
            <a:picLocks noChangeAspect="1"/>
          </p:cNvPicPr>
          <p:nvPr>
            <p:custDataLst>
              <p:tags r:id="rId2"/>
            </p:custDataLst>
          </p:nvPr>
        </p:nvPicPr>
        <p:blipFill>
          <a:blip r:embed="rId13"/>
          <a:stretch>
            <a:fillRect/>
          </a:stretch>
        </p:blipFill>
        <p:spPr>
          <a:xfrm>
            <a:off x="7190740" y="0"/>
            <a:ext cx="7190740" cy="7190740"/>
          </a:xfrm>
          <a:prstGeom prst="rect">
            <a:avLst/>
          </a:prstGeom>
        </p:spPr>
      </p:pic>
      <p:pic>
        <p:nvPicPr>
          <p:cNvPr id="21" name="图片 20" descr="bg.40aa2826."/>
          <p:cNvPicPr>
            <a:picLocks noChangeAspect="1"/>
          </p:cNvPicPr>
          <p:nvPr>
            <p:custDataLst>
              <p:tags r:id="rId3"/>
            </p:custDataLst>
          </p:nvPr>
        </p:nvPicPr>
        <p:blipFill>
          <a:blip r:embed="rId14"/>
          <a:stretch>
            <a:fillRect/>
          </a:stretch>
        </p:blipFill>
        <p:spPr>
          <a:xfrm>
            <a:off x="377190" y="0"/>
            <a:ext cx="11438255" cy="7191375"/>
          </a:xfrm>
          <a:prstGeom prst="rect">
            <a:avLst/>
          </a:prstGeom>
        </p:spPr>
      </p:pic>
      <p:pic>
        <p:nvPicPr>
          <p:cNvPr id="7" name="图片 6" descr="bg.3299ddd5."/>
          <p:cNvPicPr>
            <a:picLocks noChangeAspect="1"/>
          </p:cNvPicPr>
          <p:nvPr>
            <p:custDataLst>
              <p:tags r:id="rId4"/>
            </p:custDataLst>
          </p:nvPr>
        </p:nvPicPr>
        <p:blipFill>
          <a:blip r:embed="rId15"/>
          <a:stretch>
            <a:fillRect/>
          </a:stretch>
        </p:blipFill>
        <p:spPr>
          <a:xfrm flipH="1">
            <a:off x="5794375" y="4070985"/>
            <a:ext cx="6021070" cy="2683510"/>
          </a:xfrm>
          <a:prstGeom prst="rect">
            <a:avLst/>
          </a:prstGeom>
        </p:spPr>
      </p:pic>
      <p:pic>
        <p:nvPicPr>
          <p:cNvPr id="9" name="图片 8" descr="card_particle_back.fdbff7eb."/>
          <p:cNvPicPr>
            <a:picLocks noChangeAspect="1"/>
          </p:cNvPicPr>
          <p:nvPr>
            <p:custDataLst>
              <p:tags r:id="rId5"/>
            </p:custDataLst>
          </p:nvPr>
        </p:nvPicPr>
        <p:blipFill>
          <a:blip r:embed="rId16"/>
          <a:stretch>
            <a:fillRect/>
          </a:stretch>
        </p:blipFill>
        <p:spPr>
          <a:xfrm>
            <a:off x="8994140" y="1323975"/>
            <a:ext cx="1623060" cy="1623060"/>
          </a:xfrm>
          <a:prstGeom prst="rect">
            <a:avLst/>
          </a:prstGeom>
        </p:spPr>
      </p:pic>
      <p:pic>
        <p:nvPicPr>
          <p:cNvPr id="11" name="图片 10" descr="card_3d.fe231c83."/>
          <p:cNvPicPr>
            <a:picLocks noChangeAspect="1"/>
          </p:cNvPicPr>
          <p:nvPr>
            <p:custDataLst>
              <p:tags r:id="rId6"/>
            </p:custDataLst>
          </p:nvPr>
        </p:nvPicPr>
        <p:blipFill>
          <a:blip r:embed="rId17"/>
          <a:srcRect l="50795"/>
          <a:stretch>
            <a:fillRect/>
          </a:stretch>
        </p:blipFill>
        <p:spPr>
          <a:xfrm>
            <a:off x="2045335" y="4070985"/>
            <a:ext cx="1356360" cy="2086610"/>
          </a:xfrm>
          <a:prstGeom prst="rect">
            <a:avLst/>
          </a:prstGeom>
        </p:spPr>
      </p:pic>
      <p:pic>
        <p:nvPicPr>
          <p:cNvPr id="13" name="图片 12" descr="wutai_cl_close.789045c2."/>
          <p:cNvPicPr>
            <a:picLocks noChangeAspect="1"/>
          </p:cNvPicPr>
          <p:nvPr>
            <p:custDataLst>
              <p:tags r:id="rId7"/>
            </p:custDataLst>
          </p:nvPr>
        </p:nvPicPr>
        <p:blipFill>
          <a:blip r:embed="rId18"/>
          <a:stretch>
            <a:fillRect/>
          </a:stretch>
        </p:blipFill>
        <p:spPr>
          <a:xfrm>
            <a:off x="-2938145" y="-205105"/>
            <a:ext cx="9719945" cy="7268845"/>
          </a:xfrm>
          <a:prstGeom prst="rect">
            <a:avLst/>
          </a:prstGeom>
        </p:spPr>
      </p:pic>
      <p:pic>
        <p:nvPicPr>
          <p:cNvPr id="14" name="图片 13" descr="wutai_cl_close.789045c2."/>
          <p:cNvPicPr>
            <a:picLocks noChangeAspect="1"/>
          </p:cNvPicPr>
          <p:nvPr>
            <p:custDataLst>
              <p:tags r:id="rId8"/>
            </p:custDataLst>
          </p:nvPr>
        </p:nvPicPr>
        <p:blipFill>
          <a:blip r:embed="rId18"/>
          <a:stretch>
            <a:fillRect/>
          </a:stretch>
        </p:blipFill>
        <p:spPr>
          <a:xfrm flipH="1">
            <a:off x="5737860" y="-205105"/>
            <a:ext cx="9718675" cy="7268210"/>
          </a:xfrm>
          <a:prstGeom prst="rect">
            <a:avLst/>
          </a:prstGeom>
        </p:spPr>
      </p:pic>
      <p:pic>
        <p:nvPicPr>
          <p:cNvPr id="15" name="图片 14" descr="wutai_cl_open.08afe20a."/>
          <p:cNvPicPr>
            <a:picLocks noChangeAspect="1"/>
          </p:cNvPicPr>
          <p:nvPr>
            <p:custDataLst>
              <p:tags r:id="rId9"/>
            </p:custDataLst>
          </p:nvPr>
        </p:nvPicPr>
        <p:blipFill>
          <a:blip r:embed="rId19"/>
          <a:srcRect r="45537"/>
          <a:stretch>
            <a:fillRect/>
          </a:stretch>
        </p:blipFill>
        <p:spPr>
          <a:xfrm>
            <a:off x="-1452880" y="0"/>
            <a:ext cx="4222115" cy="7752080"/>
          </a:xfrm>
          <a:prstGeom prst="rect">
            <a:avLst/>
          </a:prstGeom>
        </p:spPr>
      </p:pic>
      <p:pic>
        <p:nvPicPr>
          <p:cNvPr id="16" name="图片 15" descr="wutai_cl_open.08afe20a."/>
          <p:cNvPicPr>
            <a:picLocks noChangeAspect="1"/>
          </p:cNvPicPr>
          <p:nvPr>
            <p:custDataLst>
              <p:tags r:id="rId10"/>
            </p:custDataLst>
          </p:nvPr>
        </p:nvPicPr>
        <p:blipFill>
          <a:blip r:embed="rId19"/>
          <a:srcRect r="45537"/>
          <a:stretch>
            <a:fillRect/>
          </a:stretch>
        </p:blipFill>
        <p:spPr>
          <a:xfrm flipH="1">
            <a:off x="8608060" y="0"/>
            <a:ext cx="4268470" cy="7837805"/>
          </a:xfrm>
          <a:prstGeom prst="rect">
            <a:avLst/>
          </a:prstGeom>
        </p:spPr>
      </p:pic>
      <p:pic>
        <p:nvPicPr>
          <p:cNvPr id="22" name="图片 21" descr="loading_leaf_w.14128403."/>
          <p:cNvPicPr>
            <a:picLocks noChangeAspect="1"/>
          </p:cNvPicPr>
          <p:nvPr>
            <p:custDataLst>
              <p:tags r:id="rId11"/>
            </p:custDataLst>
          </p:nvPr>
        </p:nvPicPr>
        <p:blipFill>
          <a:blip r:embed="rId20"/>
          <a:stretch>
            <a:fillRect/>
          </a:stretch>
        </p:blipFill>
        <p:spPr>
          <a:xfrm rot="3660000">
            <a:off x="9906000" y="2590165"/>
            <a:ext cx="9664065" cy="114903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Tm="0">
        <p:fade/>
      </p:transition>
    </mc:Choice>
    <mc:Fallback xmlns="">
      <p:transition spd="med"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loading_block_1.685459ae."/>
          <p:cNvPicPr>
            <a:picLocks noChangeAspect="1"/>
          </p:cNvPicPr>
          <p:nvPr>
            <p:custDataLst>
              <p:tags r:id="rId1"/>
            </p:custDataLst>
          </p:nvPr>
        </p:nvPicPr>
        <p:blipFill>
          <a:blip r:embed="rId14"/>
          <a:stretch>
            <a:fillRect/>
          </a:stretch>
        </p:blipFill>
        <p:spPr>
          <a:xfrm>
            <a:off x="0" y="0"/>
            <a:ext cx="7190740" cy="7190740"/>
          </a:xfrm>
          <a:prstGeom prst="rect">
            <a:avLst/>
          </a:prstGeom>
        </p:spPr>
      </p:pic>
      <p:pic>
        <p:nvPicPr>
          <p:cNvPr id="8" name="图片 7" descr="loading_block_1.685459ae."/>
          <p:cNvPicPr>
            <a:picLocks noChangeAspect="1"/>
          </p:cNvPicPr>
          <p:nvPr>
            <p:custDataLst>
              <p:tags r:id="rId2"/>
            </p:custDataLst>
          </p:nvPr>
        </p:nvPicPr>
        <p:blipFill>
          <a:blip r:embed="rId14"/>
          <a:stretch>
            <a:fillRect/>
          </a:stretch>
        </p:blipFill>
        <p:spPr>
          <a:xfrm>
            <a:off x="7190740" y="0"/>
            <a:ext cx="7190740" cy="7190740"/>
          </a:xfrm>
          <a:prstGeom prst="rect">
            <a:avLst/>
          </a:prstGeom>
        </p:spPr>
      </p:pic>
      <p:pic>
        <p:nvPicPr>
          <p:cNvPr id="4" name="图片 3" descr="bg.40aa2826."/>
          <p:cNvPicPr>
            <a:picLocks noChangeAspect="1"/>
          </p:cNvPicPr>
          <p:nvPr>
            <p:custDataLst>
              <p:tags r:id="rId3"/>
            </p:custDataLst>
          </p:nvPr>
        </p:nvPicPr>
        <p:blipFill>
          <a:blip r:embed="rId15"/>
          <a:stretch>
            <a:fillRect/>
          </a:stretch>
        </p:blipFill>
        <p:spPr>
          <a:xfrm>
            <a:off x="377190" y="0"/>
            <a:ext cx="11438255" cy="7191375"/>
          </a:xfrm>
          <a:prstGeom prst="rect">
            <a:avLst/>
          </a:prstGeom>
        </p:spPr>
      </p:pic>
      <p:pic>
        <p:nvPicPr>
          <p:cNvPr id="7" name="图片 6" descr="bg.3299ddd5."/>
          <p:cNvPicPr>
            <a:picLocks noChangeAspect="1"/>
          </p:cNvPicPr>
          <p:nvPr>
            <p:custDataLst>
              <p:tags r:id="rId4"/>
            </p:custDataLst>
          </p:nvPr>
        </p:nvPicPr>
        <p:blipFill>
          <a:blip r:embed="rId16"/>
          <a:stretch>
            <a:fillRect/>
          </a:stretch>
        </p:blipFill>
        <p:spPr>
          <a:xfrm flipH="1">
            <a:off x="3387725" y="4396636"/>
            <a:ext cx="7190740" cy="2355954"/>
          </a:xfrm>
          <a:prstGeom prst="rect">
            <a:avLst/>
          </a:prstGeom>
        </p:spPr>
      </p:pic>
      <p:pic>
        <p:nvPicPr>
          <p:cNvPr id="13" name="图片 12" descr="wutai_cl_close.789045c2."/>
          <p:cNvPicPr>
            <a:picLocks noChangeAspect="1"/>
          </p:cNvPicPr>
          <p:nvPr>
            <p:custDataLst>
              <p:tags r:id="rId5"/>
            </p:custDataLst>
          </p:nvPr>
        </p:nvPicPr>
        <p:blipFill>
          <a:blip r:embed="rId17"/>
          <a:stretch>
            <a:fillRect/>
          </a:stretch>
        </p:blipFill>
        <p:spPr>
          <a:xfrm>
            <a:off x="-11167745" y="-205105"/>
            <a:ext cx="9719945" cy="7268845"/>
          </a:xfrm>
          <a:prstGeom prst="rect">
            <a:avLst/>
          </a:prstGeom>
        </p:spPr>
      </p:pic>
      <p:pic>
        <p:nvPicPr>
          <p:cNvPr id="14" name="图片 13" descr="wutai_cl_close.789045c2."/>
          <p:cNvPicPr>
            <a:picLocks noChangeAspect="1"/>
          </p:cNvPicPr>
          <p:nvPr>
            <p:custDataLst>
              <p:tags r:id="rId6"/>
            </p:custDataLst>
          </p:nvPr>
        </p:nvPicPr>
        <p:blipFill>
          <a:blip r:embed="rId17"/>
          <a:stretch>
            <a:fillRect/>
          </a:stretch>
        </p:blipFill>
        <p:spPr>
          <a:xfrm flipH="1">
            <a:off x="15456535" y="-205105"/>
            <a:ext cx="9718675" cy="7268210"/>
          </a:xfrm>
          <a:prstGeom prst="rect">
            <a:avLst/>
          </a:prstGeom>
        </p:spPr>
      </p:pic>
      <p:pic>
        <p:nvPicPr>
          <p:cNvPr id="15" name="图片 14" descr="wutai_cl_open.08afe20a."/>
          <p:cNvPicPr>
            <a:picLocks noChangeAspect="1"/>
          </p:cNvPicPr>
          <p:nvPr>
            <p:custDataLst>
              <p:tags r:id="rId7"/>
            </p:custDataLst>
          </p:nvPr>
        </p:nvPicPr>
        <p:blipFill>
          <a:blip r:embed="rId18"/>
          <a:srcRect r="45537"/>
          <a:stretch>
            <a:fillRect/>
          </a:stretch>
        </p:blipFill>
        <p:spPr>
          <a:xfrm>
            <a:off x="-9682480" y="0"/>
            <a:ext cx="4222115" cy="7752080"/>
          </a:xfrm>
          <a:prstGeom prst="rect">
            <a:avLst/>
          </a:prstGeom>
        </p:spPr>
      </p:pic>
      <p:pic>
        <p:nvPicPr>
          <p:cNvPr id="16" name="图片 15" descr="wutai_cl_open.08afe20a."/>
          <p:cNvPicPr>
            <a:picLocks noChangeAspect="1"/>
          </p:cNvPicPr>
          <p:nvPr>
            <p:custDataLst>
              <p:tags r:id="rId8"/>
            </p:custDataLst>
          </p:nvPr>
        </p:nvPicPr>
        <p:blipFill>
          <a:blip r:embed="rId18"/>
          <a:srcRect r="45537"/>
          <a:stretch>
            <a:fillRect/>
          </a:stretch>
        </p:blipFill>
        <p:spPr>
          <a:xfrm flipH="1">
            <a:off x="18326735" y="0"/>
            <a:ext cx="4268470" cy="7837805"/>
          </a:xfrm>
          <a:prstGeom prst="rect">
            <a:avLst/>
          </a:prstGeom>
        </p:spPr>
      </p:pic>
      <p:sp>
        <p:nvSpPr>
          <p:cNvPr id="2" name="文本框 1"/>
          <p:cNvSpPr txBox="1"/>
          <p:nvPr/>
        </p:nvSpPr>
        <p:spPr>
          <a:xfrm>
            <a:off x="2401614" y="1264901"/>
            <a:ext cx="6950075" cy="3380541"/>
          </a:xfrm>
          <a:prstGeom prst="rect">
            <a:avLst/>
          </a:prstGeom>
          <a:noFill/>
        </p:spPr>
        <p:txBody>
          <a:bodyPr wrap="square" rtlCol="0">
            <a:spAutoFit/>
          </a:bodyPr>
          <a:lstStyle/>
          <a:p>
            <a:pPr>
              <a:lnSpc>
                <a:spcPct val="150000"/>
              </a:lnSpc>
            </a:pPr>
            <a:endParaRPr sz="1600" b="1" dirty="0">
              <a:solidFill>
                <a:srgbClr val="610A2B"/>
              </a:solidFill>
              <a:latin typeface="仓耳舒圆体 W03" panose="02020400000000000000" charset="-122"/>
              <a:ea typeface="仓耳舒圆体 W03" panose="02020400000000000000" charset="-122"/>
            </a:endParaRPr>
          </a:p>
          <a:p>
            <a:pPr>
              <a:lnSpc>
                <a:spcPct val="150000"/>
              </a:lnSpc>
            </a:pPr>
            <a:r>
              <a:rPr lang="en-US" altLang="zh-CN" sz="1600" b="1" dirty="0">
                <a:solidFill>
                  <a:srgbClr val="610A2B"/>
                </a:solidFill>
                <a:ea typeface="仓耳舒圆体 W03" panose="02020400000000000000" charset="-122"/>
              </a:rPr>
              <a:t>There's no one-size-fits-all answer for socializing. The only way to find your own rhythm is through continuous practice. Why not start today by mustering the courage to say "hi" to someone around you – maybe a greeting to your </a:t>
            </a:r>
            <a:r>
              <a:rPr lang="en-US" altLang="zh-CN" sz="1600" b="1" dirty="0" err="1">
                <a:solidFill>
                  <a:srgbClr val="610A2B"/>
                </a:solidFill>
                <a:ea typeface="仓耳舒圆体 W03" panose="02020400000000000000" charset="-122"/>
              </a:rPr>
              <a:t>deskmate</a:t>
            </a:r>
            <a:r>
              <a:rPr lang="en-US" altLang="zh-CN" sz="1600" b="1" dirty="0">
                <a:solidFill>
                  <a:srgbClr val="610A2B"/>
                </a:solidFill>
                <a:ea typeface="仓耳舒圆体 W03" panose="02020400000000000000" charset="-122"/>
              </a:rPr>
              <a:t> or a chat with your roommate. A simple opening might just start a warm relationship. May you gain like-minded partners with sincerity and action during your college years, and let every encounter be a starlight brightening your campus life. </a:t>
            </a:r>
            <a:r>
              <a:rPr lang="zh-CN" altLang="en-US" sz="1600" b="1" dirty="0">
                <a:solidFill>
                  <a:srgbClr val="610A2B"/>
                </a:solidFill>
                <a:ea typeface="仓耳舒圆体 W03" panose="02020400000000000000" charset="-122"/>
              </a:rPr>
              <a:t>✨。</a:t>
            </a:r>
            <a:endParaRPr sz="1600" b="1" dirty="0">
              <a:solidFill>
                <a:srgbClr val="610A2B"/>
              </a:solidFill>
              <a:ea typeface="仓耳舒圆体 W03" panose="02020400000000000000" charset="-122"/>
            </a:endParaRPr>
          </a:p>
        </p:txBody>
      </p:sp>
      <p:pic>
        <p:nvPicPr>
          <p:cNvPr id="5" name="图片 4" descr="card_3d.fe231c83."/>
          <p:cNvPicPr>
            <a:picLocks noChangeAspect="1"/>
          </p:cNvPicPr>
          <p:nvPr>
            <p:custDataLst>
              <p:tags r:id="rId9"/>
            </p:custDataLst>
          </p:nvPr>
        </p:nvPicPr>
        <p:blipFill>
          <a:blip r:embed="rId19"/>
          <a:srcRect r="49555"/>
          <a:stretch>
            <a:fillRect/>
          </a:stretch>
        </p:blipFill>
        <p:spPr>
          <a:xfrm>
            <a:off x="1872050" y="4853622"/>
            <a:ext cx="842010" cy="1263015"/>
          </a:xfrm>
          <a:prstGeom prst="rect">
            <a:avLst/>
          </a:prstGeom>
        </p:spPr>
      </p:pic>
      <p:sp>
        <p:nvSpPr>
          <p:cNvPr id="6" name="文本框 5"/>
          <p:cNvSpPr txBox="1"/>
          <p:nvPr/>
        </p:nvSpPr>
        <p:spPr>
          <a:xfrm>
            <a:off x="7879465" y="5113610"/>
            <a:ext cx="2345586" cy="646331"/>
          </a:xfrm>
          <a:prstGeom prst="rect">
            <a:avLst/>
          </a:prstGeom>
          <a:noFill/>
        </p:spPr>
        <p:txBody>
          <a:bodyPr wrap="square" rtlCol="0">
            <a:spAutoFit/>
          </a:bodyPr>
          <a:lstStyle/>
          <a:p>
            <a:r>
              <a:rPr lang="en-US" altLang="zh-CN" sz="3600" b="1" dirty="0">
                <a:solidFill>
                  <a:schemeClr val="bg1"/>
                </a:solidFill>
              </a:rPr>
              <a:t>Summary</a:t>
            </a:r>
          </a:p>
        </p:txBody>
      </p:sp>
      <p:grpSp>
        <p:nvGrpSpPr>
          <p:cNvPr id="24" name="组合 23"/>
          <p:cNvGrpSpPr/>
          <p:nvPr/>
        </p:nvGrpSpPr>
        <p:grpSpPr>
          <a:xfrm>
            <a:off x="0" y="-7474585"/>
            <a:ext cx="14381480" cy="7190740"/>
            <a:chOff x="0" y="-11771"/>
            <a:chExt cx="22648" cy="11324"/>
          </a:xfrm>
        </p:grpSpPr>
        <p:pic>
          <p:nvPicPr>
            <p:cNvPr id="21" name="图片 20" descr="loading_block_1.685459ae."/>
            <p:cNvPicPr>
              <a:picLocks noChangeAspect="1"/>
            </p:cNvPicPr>
            <p:nvPr>
              <p:custDataLst>
                <p:tags r:id="rId11"/>
              </p:custDataLst>
            </p:nvPr>
          </p:nvPicPr>
          <p:blipFill>
            <a:blip r:embed="rId14"/>
            <a:stretch>
              <a:fillRect/>
            </a:stretch>
          </p:blipFill>
          <p:spPr>
            <a:xfrm>
              <a:off x="0" y="-11771"/>
              <a:ext cx="11324" cy="11324"/>
            </a:xfrm>
            <a:prstGeom prst="rect">
              <a:avLst/>
            </a:prstGeom>
          </p:spPr>
        </p:pic>
        <p:pic>
          <p:nvPicPr>
            <p:cNvPr id="22" name="图片 21" descr="loading_block_1.685459ae."/>
            <p:cNvPicPr>
              <a:picLocks noChangeAspect="1"/>
            </p:cNvPicPr>
            <p:nvPr>
              <p:custDataLst>
                <p:tags r:id="rId12"/>
              </p:custDataLst>
            </p:nvPr>
          </p:nvPicPr>
          <p:blipFill>
            <a:blip r:embed="rId14"/>
            <a:stretch>
              <a:fillRect/>
            </a:stretch>
          </p:blipFill>
          <p:spPr>
            <a:xfrm>
              <a:off x="11324" y="-11771"/>
              <a:ext cx="11324" cy="11324"/>
            </a:xfrm>
            <a:prstGeom prst="rect">
              <a:avLst/>
            </a:prstGeom>
          </p:spPr>
        </p:pic>
      </p:grpSp>
      <p:pic>
        <p:nvPicPr>
          <p:cNvPr id="18" name="图片 17" descr="loading_leaf_w.14128403."/>
          <p:cNvPicPr>
            <a:picLocks noChangeAspect="1"/>
          </p:cNvPicPr>
          <p:nvPr>
            <p:custDataLst>
              <p:tags r:id="rId10"/>
            </p:custDataLst>
          </p:nvPr>
        </p:nvPicPr>
        <p:blipFill>
          <a:blip r:embed="rId20"/>
          <a:stretch>
            <a:fillRect/>
          </a:stretch>
        </p:blipFill>
        <p:spPr>
          <a:xfrm rot="3660000">
            <a:off x="8756966" y="2913440"/>
            <a:ext cx="9664065" cy="11490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inner_bg.8504b26b..jpg"/>
          <p:cNvPicPr>
            <a:picLocks noChangeAspect="1"/>
          </p:cNvPicPr>
          <p:nvPr>
            <p:custDataLst>
              <p:tags r:id="rId1"/>
            </p:custDataLst>
          </p:nvPr>
        </p:nvPicPr>
        <p:blipFill>
          <a:blip r:embed="rId6"/>
          <a:stretch>
            <a:fillRect/>
          </a:stretch>
        </p:blipFill>
        <p:spPr>
          <a:xfrm>
            <a:off x="-810260" y="-62631"/>
            <a:ext cx="13002260" cy="6858000"/>
          </a:xfrm>
          <a:prstGeom prst="rect">
            <a:avLst/>
          </a:prstGeom>
        </p:spPr>
      </p:pic>
      <p:sp>
        <p:nvSpPr>
          <p:cNvPr id="3" name="文本框 2"/>
          <p:cNvSpPr txBox="1"/>
          <p:nvPr/>
        </p:nvSpPr>
        <p:spPr>
          <a:xfrm>
            <a:off x="2583419" y="2846366"/>
            <a:ext cx="7600241" cy="923330"/>
          </a:xfrm>
          <a:prstGeom prst="rect">
            <a:avLst/>
          </a:prstGeom>
          <a:noFill/>
        </p:spPr>
        <p:txBody>
          <a:bodyPr wrap="square" rtlCol="0">
            <a:spAutoFit/>
          </a:bodyPr>
          <a:lstStyle/>
          <a:p>
            <a:r>
              <a:rPr lang="en-US" altLang="zh-CN" sz="5400" b="1" dirty="0">
                <a:blipFill>
                  <a:blip r:embed="rId7">
                    <a:alphaModFix amt="80000"/>
                  </a:blip>
                  <a:tile tx="0" ty="0" sx="100000" sy="100000" flip="none" algn="tl"/>
                </a:blipFill>
                <a:ea typeface="江西拙楷" panose="02010600040101010101" charset="-122"/>
              </a:rPr>
              <a:t>Thanks for watching</a:t>
            </a:r>
            <a:endParaRPr lang="zh-CN" altLang="en-US" sz="5400" b="1" dirty="0">
              <a:blipFill>
                <a:blip r:embed="rId7">
                  <a:alphaModFix amt="80000"/>
                </a:blip>
                <a:tile tx="0" ty="0" sx="100000" sy="100000" flip="none" algn="tl"/>
              </a:blipFill>
              <a:latin typeface="江西拙楷" panose="02010600040101010101" charset="-122"/>
              <a:ea typeface="江西拙楷" panose="02010600040101010101" charset="-122"/>
              <a:cs typeface="江西拙楷" panose="02010600040101010101" charset="-122"/>
            </a:endParaRPr>
          </a:p>
        </p:txBody>
      </p:sp>
      <p:grpSp>
        <p:nvGrpSpPr>
          <p:cNvPr id="24" name="组合 23"/>
          <p:cNvGrpSpPr/>
          <p:nvPr/>
        </p:nvGrpSpPr>
        <p:grpSpPr>
          <a:xfrm>
            <a:off x="0" y="7764780"/>
            <a:ext cx="14381480" cy="7190740"/>
            <a:chOff x="0" y="-11771"/>
            <a:chExt cx="22648" cy="11324"/>
          </a:xfrm>
        </p:grpSpPr>
        <p:pic>
          <p:nvPicPr>
            <p:cNvPr id="6" name="图片 5" descr="loading_block_1.685459ae."/>
            <p:cNvPicPr>
              <a:picLocks noChangeAspect="1"/>
            </p:cNvPicPr>
            <p:nvPr>
              <p:custDataLst>
                <p:tags r:id="rId3"/>
              </p:custDataLst>
            </p:nvPr>
          </p:nvPicPr>
          <p:blipFill>
            <a:blip r:embed="rId8"/>
            <a:stretch>
              <a:fillRect/>
            </a:stretch>
          </p:blipFill>
          <p:spPr>
            <a:xfrm>
              <a:off x="0" y="-11771"/>
              <a:ext cx="11324" cy="11324"/>
            </a:xfrm>
            <a:prstGeom prst="rect">
              <a:avLst/>
            </a:prstGeom>
          </p:spPr>
        </p:pic>
        <p:pic>
          <p:nvPicPr>
            <p:cNvPr id="7" name="图片 6" descr="loading_block_1.685459ae."/>
            <p:cNvPicPr>
              <a:picLocks noChangeAspect="1"/>
            </p:cNvPicPr>
            <p:nvPr>
              <p:custDataLst>
                <p:tags r:id="rId4"/>
              </p:custDataLst>
            </p:nvPr>
          </p:nvPicPr>
          <p:blipFill>
            <a:blip r:embed="rId8"/>
            <a:stretch>
              <a:fillRect/>
            </a:stretch>
          </p:blipFill>
          <p:spPr>
            <a:xfrm>
              <a:off x="11324" y="-11771"/>
              <a:ext cx="11324" cy="11324"/>
            </a:xfrm>
            <a:prstGeom prst="rect">
              <a:avLst/>
            </a:prstGeom>
          </p:spPr>
        </p:pic>
      </p:grpSp>
      <p:pic>
        <p:nvPicPr>
          <p:cNvPr id="18" name="图片 17" descr="loading_leaf_w.14128403."/>
          <p:cNvPicPr>
            <a:picLocks noChangeAspect="1"/>
          </p:cNvPicPr>
          <p:nvPr>
            <p:custDataLst>
              <p:tags r:id="rId2"/>
            </p:custDataLst>
          </p:nvPr>
        </p:nvPicPr>
        <p:blipFill>
          <a:blip r:embed="rId9"/>
          <a:stretch>
            <a:fillRect/>
          </a:stretch>
        </p:blipFill>
        <p:spPr>
          <a:xfrm rot="10500000">
            <a:off x="-2748254" y="-3775444"/>
            <a:ext cx="9664065" cy="11490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HADOWSIZE" val="100"/>
</p:tagLst>
</file>

<file path=ppt/tags/tag2.xml><?xml version="1.0" encoding="utf-8"?>
<p:tagLst xmlns:a="http://schemas.openxmlformats.org/drawingml/2006/main" xmlns:r="http://schemas.openxmlformats.org/officeDocument/2006/relationships" xmlns:p="http://schemas.openxmlformats.org/presentationml/2006/main">
  <p:tag name="SHADOWSIZE" val="100"/>
</p:tagLst>
</file>

<file path=ppt/tags/tag3.xml><?xml version="1.0" encoding="utf-8"?>
<p:tagLst xmlns:a="http://schemas.openxmlformats.org/drawingml/2006/main" xmlns:r="http://schemas.openxmlformats.org/officeDocument/2006/relationships" xmlns:p="http://schemas.openxmlformats.org/presentationml/2006/main">
  <p:tag name="SHADOWSIZE" val="100"/>
</p:tagLst>
</file>

<file path=ppt/tags/tag4.xml><?xml version="1.0" encoding="utf-8"?>
<p:tagLst xmlns:a="http://schemas.openxmlformats.org/drawingml/2006/main" xmlns:r="http://schemas.openxmlformats.org/officeDocument/2006/relationships" xmlns:p="http://schemas.openxmlformats.org/presentationml/2006/main">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SHADOWSIZE" val="100"/>
</p:tagLst>
</file>

<file path=ppt/tags/tag6.xml><?xml version="1.0" encoding="utf-8"?>
<p:tagLst xmlns:a="http://schemas.openxmlformats.org/drawingml/2006/main" xmlns:r="http://schemas.openxmlformats.org/officeDocument/2006/relationships" xmlns:p="http://schemas.openxmlformats.org/presentationml/2006/main">
  <p:tag name="SHADOWSIZE" val="100"/>
</p:tagLst>
</file>

<file path=ppt/tags/tag7.xml><?xml version="1.0" encoding="utf-8"?>
<p:tagLst xmlns:a="http://schemas.openxmlformats.org/drawingml/2006/main" xmlns:r="http://schemas.openxmlformats.org/officeDocument/2006/relationships" xmlns:p="http://schemas.openxmlformats.org/presentationml/2006/main">
  <p:tag name="SHADOWSIZE" val="100"/>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SHADOWSIZE" val="100"/>
</p:tagLst>
</file>

<file path=ppt/tags/tag10.xml><?xml version="1.0" encoding="utf-8"?>
<p:tagLst xmlns:a="http://schemas.openxmlformats.org/drawingml/2006/main" xmlns:r="http://schemas.openxmlformats.org/officeDocument/2006/relationships" xmlns:p="http://schemas.openxmlformats.org/presentationml/2006/main">
  <p:tag name="SHADOWSIZE" val="100"/>
</p:tagLst>
</file>

<file path=ppt/tags/tag11.xml><?xml version="1.0" encoding="utf-8"?>
<p:tagLst xmlns:a="http://schemas.openxmlformats.org/drawingml/2006/main" xmlns:r="http://schemas.openxmlformats.org/officeDocument/2006/relationships" xmlns:p="http://schemas.openxmlformats.org/presentationml/2006/main">
  <p:tag name="SHADOWSIZE" val="100"/>
</p:tagLst>
</file>

<file path=ppt/tags/tag12.xml><?xml version="1.0" encoding="utf-8"?>
<p:tagLst xmlns:a="http://schemas.openxmlformats.org/drawingml/2006/main" xmlns:r="http://schemas.openxmlformats.org/officeDocument/2006/relationships" xmlns:p="http://schemas.openxmlformats.org/presentationml/2006/main">
  <p:tag name="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10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SHADOWSIZE" val="100"/>
</p:tagLst>
</file>

<file path=ppt/tags/tag100.xml><?xml version="1.0" encoding="utf-8"?>
<p:tagLst xmlns:a="http://schemas.openxmlformats.org/drawingml/2006/main" xmlns:r="http://schemas.openxmlformats.org/officeDocument/2006/relationships" xmlns:p="http://schemas.openxmlformats.org/presentationml/2006/main">
  <p:tag name="SHADOWSIZE" val="100"/>
</p:tagLst>
</file>

<file path=ppt/tags/tag101.xml><?xml version="1.0" encoding="utf-8"?>
<p:tagLst xmlns:a="http://schemas.openxmlformats.org/drawingml/2006/main" xmlns:r="http://schemas.openxmlformats.org/officeDocument/2006/relationships" xmlns:p="http://schemas.openxmlformats.org/presentationml/2006/main">
  <p:tag name="SHADOWSIZE" val="100"/>
</p:tagLst>
</file>

<file path=ppt/tags/tag102.xml><?xml version="1.0" encoding="utf-8"?>
<p:tagLst xmlns:a="http://schemas.openxmlformats.org/drawingml/2006/main" xmlns:r="http://schemas.openxmlformats.org/officeDocument/2006/relationships" xmlns:p="http://schemas.openxmlformats.org/presentationml/2006/main">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SHADOWSIZE" val="100"/>
</p:tagLst>
</file>

<file path=ppt/tags/tag104.xml><?xml version="1.0" encoding="utf-8"?>
<p:tagLst xmlns:a="http://schemas.openxmlformats.org/drawingml/2006/main" xmlns:r="http://schemas.openxmlformats.org/officeDocument/2006/relationships" xmlns:p="http://schemas.openxmlformats.org/presentationml/2006/main">
  <p:tag name="SHADOWSIZE" val="100"/>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弥散玻璃四色">
      <a:dk1>
        <a:sysClr val="windowText" lastClr="000000"/>
      </a:dk1>
      <a:lt1>
        <a:sysClr val="window" lastClr="FFFFFF"/>
      </a:lt1>
      <a:dk2>
        <a:srgbClr val="222A35"/>
      </a:dk2>
      <a:lt2>
        <a:srgbClr val="DBEFF9"/>
      </a:lt2>
      <a:accent1>
        <a:srgbClr val="38C7FB"/>
      </a:accent1>
      <a:accent2>
        <a:srgbClr val="FCB067"/>
      </a:accent2>
      <a:accent3>
        <a:srgbClr val="6B8BFF"/>
      </a:accent3>
      <a:accent4>
        <a:srgbClr val="FF6F5D"/>
      </a:accent4>
      <a:accent5>
        <a:srgbClr val="516B97"/>
      </a:accent5>
      <a:accent6>
        <a:srgbClr val="FB7598"/>
      </a:accent6>
      <a:hlink>
        <a:srgbClr val="F49100"/>
      </a:hlink>
      <a:folHlink>
        <a:srgbClr val="85DFD0"/>
      </a:folHlink>
    </a:clrScheme>
    <a:fontScheme name="OPPO">
      <a:majorFont>
        <a:latin typeface="OPPOSans H"/>
        <a:ea typeface="OPPOSans H"/>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cap="flat" cmpd="sng" algn="ctr">
          <a:noFill/>
          <a:prstDash val="solid"/>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1343</TotalTime>
  <Words>575</Words>
  <Application>Microsoft Office PowerPoint</Application>
  <PresentationFormat>宽屏</PresentationFormat>
  <Paragraphs>75</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Cambria</vt:lpstr>
      <vt:lpstr>OPPOSans R</vt:lpstr>
      <vt:lpstr>OPPOSans H</vt:lpstr>
      <vt:lpstr>江西拙楷</vt:lpstr>
      <vt:lpstr>仓耳舒圆体 W03</vt:lpstr>
      <vt:lpstr>卓健橄榄简体</vt:lpstr>
      <vt:lpstr>Arial</vt:lpstr>
      <vt:lpstr>方正舒体</vt:lpstr>
      <vt:lpstr>素材集市酷方体</vt:lpstr>
      <vt:lpstr>Goudy Stout</vt:lpstr>
      <vt:lpstr>BIZ UDGothic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1 1</cp:lastModifiedBy>
  <cp:revision>51</cp:revision>
  <dcterms:created xsi:type="dcterms:W3CDTF">2022-06-30T02:14:07Z</dcterms:created>
  <dcterms:modified xsi:type="dcterms:W3CDTF">2025-06-14T12:19:05Z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F5B812E0CDE24B4E98C8D2B5E4800314</vt:lpwstr>
  </property>
  <property fmtid="{D5CDD505-2E9C-101B-9397-08002B2CF9AE}" pid="3" name="KSOProductBuildVer">
    <vt:lpwstr>2052-11.1.0.11194</vt:lpwstr>
  </property>
</Properties>
</file>